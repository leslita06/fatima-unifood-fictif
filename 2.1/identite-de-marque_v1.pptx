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 /50 (analyse)</c:v>
                </c:pt>
              </c:strCache>
            </c:strRef>
          </c:tx>
          <c:spPr>
            <a:solidFill>
              <a:srgbClr val="E50046"/>
            </a:solidFill>
          </c:spPr>
          <c:cat>
            <c:strRef>
              <c:f>Sheet1!$A$2:$A$4</c:f>
              <c:strCache>
                <c:ptCount val="3"/>
                <c:pt idx="0">
                  <c:v>Ados 13-17</c:v>
                </c:pt>
                <c:pt idx="1">
                  <c:v>Mamans 25-45</c:v>
                </c:pt>
                <c:pt idx="2">
                  <c:v>Boutiquiers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37</c:v>
                </c:pt>
                <c:pt idx="2">
                  <c:v>41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20040"/>
            <a:ext cx="320040" cy="6537960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954376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383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50046"/>
                </a:solidFill>
                <a:latin typeface="Baloo 2"/>
              </a:rPr>
              <a:t>Identité de marque Unifood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B1B22"/>
                </a:solidFill>
                <a:latin typeface="Nunito"/>
              </a:rPr>
              <a:t>Plateforme, personas, ton, nom, charte · v1 · 16/10/2026 · FICTIF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Ce qui est réel, ce qui est FICTIF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Réel et sourcé : Unifood, Abidjan, 1994 ; usine de Lomé depuis 2003 ; marques TOMY et SOSSA ; accroches produits relevées sur unifood.info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FICTIF : l'atelier de marque, les personnes (Mariam Koné, Hassan Fakhry), les notes de personas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Méthode : les dix questions de l'atelier de plateforme, remplies depuis les sources publiques, à valider en séance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B1B22"/>
                </a:solidFill>
                <a:latin typeface="Nunito"/>
              </a:rPr>
              <a:t>• Nous fabriquons ici des douceurs et des saveurs de qualité constante pour que chaque famille d'Afrique puisse se faire plaisir sans compter.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B1B22"/>
                </a:solidFill>
                <a:latin typeface="Nunito"/>
              </a:rPr>
              <a:t>• Ce qu'on fait : confiseries TOMY (Super Mint, Rio Pop, Tempo, Super Gnamakou, Ice Up, Cremino...) et condiments SOSSA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B1B22"/>
                </a:solidFill>
                <a:latin typeface="Nunito"/>
              </a:rPr>
              <a:t>• À valider en atelier avec la direction (FICTIF)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Notre différence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Fabriqué en Côte d'Ivoire depuis 1994 (source : unifood.info)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Contrôle qualité quotidien par un laboratoire interne (source : unifood.info)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Des prix de détail à la pièce, à la portée de tous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Valeurs, personnalité, 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Valeurs : qualité constante, accessibilité, joie partagée, fierté locale, respect des équipes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Personnalité : « Tonton Uni », 45 ans, commerçant de quartier : généreux, blagueur, fiable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Ton : joyeux, direct, généreux. « Un bonbon, un sourire. Unifood, depuis 1994. »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Confiserie : court et exclamatif ; SOSSA : pratique ; groupe : sobre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Personas et cible prioritaire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Boutiquiers et demi-grossistes : 41/50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Mamans 25-45 ans : 37/50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Ados 13-17 ans : 35/50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Pivot : la cible prioritaire est le commerçant, pas l'enfant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Jamais de pub qui vise directement les moins de 12 ans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0" y="1554480"/>
          <a:ext cx="566928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A5C66"/>
                </a:solidFill>
                <a:latin typeface="Nunito"/>
              </a:rPr>
              <a:t>Notes d'analyse selon la grille personas-et-cible-prioritaire, pas des mesures. FICTIF.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Le nom et l'architecture de marque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Unifood reste : connu depuis 1994, la marque vend déjà (refonte, pas création)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Unifood signe le groupe : recrutement, partenaires, presse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TOMY et SOSSA signent les produits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Chaque produit garde son accroche réelle : « Ça glace fort ! », « Rio Pop, rien n'te stop !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Charte de travail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>Élément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>Valeur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>Source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Rouge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#E50046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mesuré sur le logo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Jaune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#FAB900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mesuré sur le logo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Encre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#2B1B22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proposée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Titres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Baloo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substitution libre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Texte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Nunito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substitution libre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Logo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écusson existant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unifood.info, non redessiné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A5C66"/>
                </a:solidFill>
                <a:latin typeface="Nunito"/>
              </a:rPr>
              <a:t>Couleurs relevées, non fournies. Page de charte : https://leslita06.github.io/fatima-unifood-fictif/2.1/index.html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Commande à Koffi (préparée, non envoyée)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Logo vectorisé (SVG, PDF) sans changer le dessin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Versions blanche, monochrome, icône (U couronné)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Planche de territoire visuel : soleil, couronne, sucre d'orge, papier de bonbon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Gabarits réseaux 1080×1080 et 1080×1350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Échéance proposée 30/10/2026, validation Mariam Koné (FICTIF)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Suite proposée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A : slogan groupe et description des pages sociales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B : kit de marque avec Koffi, puis stratégie de contenus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C : textes du site et trois premières publications en brouillon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Rien n'est lancé sans votre accord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