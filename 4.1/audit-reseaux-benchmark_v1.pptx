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Abonnés Facebook</c:v>
                </c:pt>
              </c:strCache>
            </c:strRef>
          </c:tx>
          <c:spPr>
            <a:solidFill>
              <a:srgbClr val="E50046"/>
            </a:solidFill>
          </c:spPr>
          <c:cat>
            <c:strRef>
              <c:f>Sheet1!$A$2:$A$4</c:f>
              <c:strCache>
                <c:ptCount val="3"/>
                <c:pt idx="0">
                  <c:v>Unifood</c:v>
                </c:pt>
                <c:pt idx="1">
                  <c:v>Rio Pop</c:v>
                </c:pt>
                <c:pt idx="2">
                  <c:v>Afriwara (Pecto)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12650</c:v>
                </c:pt>
                <c:pt idx="1">
                  <c:v>18000</c:v>
                </c:pt>
                <c:pt idx="2">
                  <c:v>68000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Interactions par post (FICTIF)</c:v>
                </c:pt>
              </c:strCache>
            </c:strRef>
          </c:tx>
          <c:spPr>
            <a:solidFill>
              <a:srgbClr val="E50046"/>
            </a:solidFill>
          </c:spPr>
          <c:cat>
            <c:strRef>
              <c:f>Sheet1!$A$2:$A$3</c:f>
              <c:strCache>
                <c:ptCount val="2"/>
                <c:pt idx="0">
                  <c:v>Unifood</c:v>
                </c:pt>
                <c:pt idx="1">
                  <c:v>Rio Pop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493</c:v>
                </c:pt>
                <c:pt idx="1">
                  <c:v>633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"/>
            <a:ext cx="320040" cy="653796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9543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50046"/>
                </a:solidFill>
                <a:latin typeface="Baloo 2"/>
              </a:rPr>
              <a:t>Audit des réseaux et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Unifood, Rio Pop face à Pecto et Chupa Chups · v1 · 16/10/2026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Trois points à retenir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• Unifood parle sur Facebook seulement : 2 pages (12 650 et 18 k abonnés, relevé 16/10/2026). Ni Instagram, ni TikTok, ni LinkedIn officiels trouvés.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• Pecto (Afriwara), concurrent direct à Abidjan, a 68 k abonnés Facebook et anime par le football et les questions.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• Un post Rio Pop récent parle aux « petits gourmands » : risque de viser les moins de 12 ans, à corriger.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Abonnés Facebook relevés (réel)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Unifood : 12 650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Rio Pop : 18 000 (affiché 18K)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Pecto, page Afriwara CI : 68 000 (affiché 68K)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Chupa Chups : page mondiale 6,3 M, hors comparaison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0" y="1554480"/>
          <a:ext cx="56692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Source : pages Facebook publiques, relevé du 16/10/2026. Seuls chiffres lisibles sans accès administrateur.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Septembre 2026 : stats de page (FICTIF)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Unifood : portée 184 000, 6 900 interactions, 14 posts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Rio Pop : portée 231 000, 11 400 interactions, 18 posts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Rio Pop fait 633 interactions par post contre 493 pour Unifood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Tout est FICTIF : à remplacer par Meta Business Suite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0" y="1554480"/>
          <a:ext cx="56692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FICTIF : chiffres du socle de test, aucune donnée réelle d'Unifood.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Audit page par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unito"/>
                        </a:rPr>
                        <a:t>Page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unito"/>
                        </a:rPr>
                        <a:t>Ce qui marche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unito"/>
                        </a:rPr>
                        <a:t>Ce qui manque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Unifood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Logo net, nom clair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Intro et rythme non lisibles hors connexion ; pas de lien vers les marques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Rio 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Accroche « Les sucettes qui colorent vos journées !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Peu d'animation (« 2 talking about this ») ; numéro en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Instagram / TikTok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/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B22"/>
                          </a:solidFill>
                          <a:latin typeface="Nunito"/>
                        </a:rPr>
                        <a:t>Absents : les 13-17 ans ne sont pas touchés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Benchmark : ce que fait Pecto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CAN 2023 : « Partagez la passion du football et des bonbons 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Questions qui font commenter : pronostics, devinettes, « signale ta ville 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Humour en parler d'Abidjan : « Les autres bonbons là, TREMBLEZ ! 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Présence terrain relayée en ligne (Food-Expo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Sources : instagram.com/afriwaraciv et facebook.com/afriwaraci, posts publics lus le 16/10/2026.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Tendances à tester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Vidéo courte « défi goût » pour Super Gnamakou et Rio Pop (idée, à vérifier)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Post question chaque semaine sur Facebook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Statuts WhatsApp pour les boutiquiers (trade)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Fêtes de fin d'année : goûters et sachets partagés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Refonte proposée (avant, après)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/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Avant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Après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Intro Unifood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non lisible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Le goût d'ici, depuis 1994. Bonbons TOMY et mayonnaise SOSSA, fabriqués à Abidjan et à Lomé.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Post Rio 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« Les petits gourmands savent...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« Une envie de Rio Pop ? Ton boutiquier en a toujours un sachet.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Réseaux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Facebook seul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+ TikTok Rio Pop (13 ans et plus), WhatsApp trade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5C66"/>
                </a:solidFill>
                <a:latin typeface="Nunito"/>
              </a:rPr>
              <a:t>Bannières à commander à Koffi aux couleurs #E50046 / #FAB900. Le client applique : rien n'est modifié par Fatima.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 : le plan de campagne « Rio Pop, rien n'te stop ! Fêtes 2026 » (FICTIF) à partir de cet audit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B : le calendrier éditorial de novembre-décembre 2026 avec les posts rédigés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 : obtenir l'accès Meta Business Suite pour remplacer les chiffres FICTIFS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Rien n'est lancé sans votre accord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