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hyperlink" Target="https://drive.google.com/file/d/1wO-GmpCCdd1HYKsbqDRpJNEBhhCntGm2/view?usp=drivesdk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hyperlink" Target="https://drive.google.com/file/d/1lfqJX7bLeKk2mmtlypTaXgzTOBE_PRIl/view?usp=drivesdk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hyperlink" Target="https://drive.google.com/file/d/1oKR3HOheFwFKyjhlVx0IIvmCiD3BF1YO/view?usp=drivesdk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drive.google.com/file/d/1nfL9_7ZvtERBiY-HVTSQbY2K2lqGPujN/view?usp=drivesdk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hyperlink" Target="https://drive.google.com/file/d/1M9uA1-cTPxx_o0CXkiy4IinUK4pgsAJF/view?usp=drivesdk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hyperlink" Target="https://drive.google.com/file/d/1ius3OsXMrFDSV9tqH-sNcICCzwmdwY8Z/view?usp=drivesdk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hyperlink" Target="https://drive.google.com/file/d/1RWb0RwuZb7DtJP5-zkc5xU-497MwbopH/view?usp=drivesdk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hyperlink" Target="https://drive.google.com/file/d/1ARbtwNzA54HqnbkuegiCfxmVWzWbq7-V/view?usp=drivesdk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drive.google.com/file/d/1G24sTkVyLpiTMNdD5D1N0LqQ4fyhwIZR/view?usp=drivesdk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drive.google.com/file/d/1b_2Iwjcx2WvD4vRqsu4bgFZ3unnWdTgy/view?usp=drivesdk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drive.google.com/file/d/1n81fEZ8k5wI5-3H3DGsqPpdT13FTm5Tr/view?usp=drivesdk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drive.google.com/file/d/1PNPAKbzm9IufeKN4QtfpIg5A7UbQbpro/view?usp=drivesdk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hyperlink" Target="https://drive.google.com/file/d/1StJe-UQlkHXWSvS_2pAecP14bZiMGycR/view?usp=drivesdk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hyperlink" Target="https://drive.google.com/file/d/1od4CxR2jpilD-3gLvOKNCiOibREfvjX-/view?usp=drivesdk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hyperlink" Target="https://drive.google.com/file/d/1iPbCxM5Y5as7it3rZ7Ilz4OkGInDDwlc/view?usp=drivesdk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hyperlink" Target="https://drive.google.com/file/d/1Y3VJRBtFolojd-g9BzBgpKjTDVV5zVVi/view?usp=drivesdk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hyperlink" Target="https://drive.google.com/file/d/1I424rU6oYYvKwVRc3Tnm2qdxVwH8y5es/view?usp=drivesdk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hyperlink" Target="https://drive.google.com/file/d/1HMVWAcY24aG6VXK0v_18u1sWLhUrpDta/view?usp=drivesdk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hyperlink" Target="https://drive.google.com/file/d/1rF8_LFQSx3CdKjm65uH3D-tbJZKWg2sJ/view?usp=drivesdk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drive.google.com/file/d/1D2bFT0S1Gfl6M6lWDUyCLtWM90BeLVKf/view?usp=drivesdk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drive.google.com/file/d/1lo4RH5QEcrCEAbPC3MCo44U0Ih7yEHB7/view?usp=drivesdk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drive.google.com/file/d/11RYKWGuMTqW_3udfgUZChfHZzihBfKUx/view?usp=drivesdk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hyperlink" Target="https://drive.google.com/file/d/1IRZ77aHhc-4CFru2AGCT3v83K5QoLfoX/view?usp=drivesdk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hyperlink" Target="https://drive.google.com/file/d/1XqM5cRb6GyfvFleOOEYWUjTjTJ37vrpD/view?usp=drivesdk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hyperlink" Target="https://drive.google.com/file/d/1dkX2TBuHfDffDnHWvB6oX2sikGcIWnhf/view?usp=drivesdk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hyperlink" Target="https://drive.google.com/file/d/1L7nxVd5SFVBY--6BLbSeaPzKdhjTWWPa/view?usp=drivesdk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hyperlink" Target="https://drive.google.com/file/d/1NyXYpXmKG2hgOffcoiD_bW2DF5cmKSX0/view?usp=drivesdk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hyperlink" Target="https://drive.google.com/file/d/1ZEX2AehXnhmJIO3P7CfOOZmV562HUETo/view?usp=drivesdk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hyperlink" Target="https://drive.google.com/file/d/1edjylv3tHzp83pnAiyAPokxc0cS-x7Q1/view?usp=drivesdk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hyperlink" Target="https://drive.google.com/file/d/1J5sPJFJSTSv-tg2NIDW8nM1x7io4Xamo/view?usp=drivesdk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drive.google.com/file/d/11VqlC89qb-5f1TBnWB7BcsXh-UGr0n63/view?usp=drivesdk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drive.google.com/file/d/1aIn3AK4RW_CSF04honXQJwjaYx4di5x-/view?usp=drivesdk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hyperlink" Target="https://drive.google.com/file/d/1p3PXqhtlAqDEzXR0ubaNdSUIKrKwpB3k/view?usp=drivesdk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hyperlink" Target="https://drive.google.com/file/d/15ghRntrGIpwnVvP35WJRN71V2jolNKFk/view?usp=drivesdk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hyperlink" Target="https://drive.google.com/file/d/1jvk0x7UYvKk6hd4gc9JAvboN1xz1MECp/view?usp=drivesdk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hyperlink" Target="https://drive.google.com/file/d/1Bgk8X9OJfAy29NTB6tTsdTrDKFxvhQjy/view?usp=drivesdk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hyperlink" Target="https://drive.google.com/file/d/1Dm-kVPadJYjvAecrfMFsIJcZQICHQP-h/view?usp=drivesdk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hyperlink" Target="https://drive.google.com/file/d/1z2F7zMxbRXNhNn3iIQcdhUwtUw-W2oSq/view?usp=drivesdk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hyperlink" Target="https://drive.google.com/file/d/10-maAZqq8uY8g3b_Cpn2CwlR9rOD2Frv/view?usp=drivesdk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hyperlink" Target="https://drive.google.com/file/d/1E4apRD05adtjF-q0wIT_AXiOnuN5S2wI/view?usp=drivesdk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drive.google.com/file/d/1P09SMVK2pROblAuJOo097Q5PhR_w1PQJ/view?usp=drivesdk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hyperlink" Target="https://drive.google.com/drive/folders/1MsJSHwA9hQAyiE5EAV6bfNfsnyzl-JBE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Logo_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800000"/>
            <a:ext cx="1457271" cy="15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0000" y="25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50046"/>
                </a:solidFill>
                <a:latin typeface="Baloo 2"/>
              </a:rPr>
              <a:t>Calendrier éditorial de novembre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3500000"/>
            <a:ext cx="110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B1B22"/>
                </a:solidFill>
                <a:latin typeface="Nunito"/>
              </a:rPr>
              <a:t>Facebook, Instagram, TikTok : 41 publications, légendes prêtes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Rio Pop (familles et ados 13 à 17 ans) et menthes TOMY (adultes)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Pour Mariam Koné, directrice marketing (FICTIF). Version 2 du 19/10/2026, à valider.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5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0046"/>
                </a:solidFill>
                <a:latin typeface="Baloo 2"/>
              </a:rPr>
              <a:t>Le mois en un coup d'œil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300000"/>
            <a:ext cx="53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B1B22"/>
                </a:solidFill>
                <a:latin typeface="Nunito"/>
              </a:rPr>
              <a:t>Par réseau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Facebook : 16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Instagram : 11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TikTok : 14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Par étage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TOFU, se faire connaître : 24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MOFU, faire considérer : 14</a:t>
            </a:r>
          </a:p>
          <a:p>
            <a:r>
              <a:rPr sz="1800" b="0">
                <a:solidFill>
                  <a:srgbClr val="2B1B22"/>
                </a:solidFill>
                <a:latin typeface="Nunito"/>
              </a:rPr>
              <a:t>BOFU, faire acheter :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0" y="1300000"/>
            <a:ext cx="54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B1B22"/>
                </a:solidFill>
                <a:latin typeface="Nunito"/>
              </a:rPr>
              <a:t>Les temps forts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2 au 8 nov. : ouverture des comptes TikTok TOMY et Instagram Rio Pop, défi « Montre ta langue »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9 nov. : début du spot radio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15 nov. : Journée nationale de la Paix (visuel sobre)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17 nov. : kit anniversaire sur WhatsApp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21 nov. : catalogue WhatsApp boutiquiers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23 nov. : on passe en mode fêtes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30 nov. : point de décision</a:t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500" b="0">
                <a:solidFill>
                  <a:srgbClr val="2B1B22"/>
                </a:solidFill>
                <a:latin typeface="Nunito"/>
              </a:rPr>
              <a:t>Règle : aucun contenu ne vise les moins de 13 ans ; aucun enfant reconnaissable sans accord écrit des parents.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1_fam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1. lundi 2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(nouveau compte)  |  Vidéo 15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 et jeunes adultes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TOMY arrive sur TikTok, et ça va colorer ton fil ! 🍭❄️🔥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Pop, Super Mint, Tempo, Super Gnamakou : toute la bande est là.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Abonne-toi, la suite arrive vite 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#TOMY #RioPop #Abidjan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Abonne-toi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Rio Pop, Super Mint, Gnamakou... On est là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(montage), Prisca Yao (publication)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2_parfu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2. mardi 3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Carrousel 5 images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Mangue, fraise, passion, cola, mix fruits... Chez vous, c'est quel parfum qui part en premier ? 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Dites-le en commentaire, on compte les votes vendredi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#Abidjan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Votez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5 parfums, 1 seule question : le vôtre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(visuels), Prisca Yao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3_sachet48_rou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3. mardi 3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(nouveau compte)  |  Post carré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et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Rio Pop débarque sur Instagram 🎉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Les sucettes qui colorent vos journées, avec un cœur chewing-gum dedans.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Abonnez-vous pour les idées de fêtes, les défis et les nouveautés 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#Abidjan #CôteDIvoire #225 #Babi #Sucette #Bonbon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Abonnez-vous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Les sucettes qui colorent vos journées, maintenant ici.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4_lan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4. mercredi 4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(défi)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Montre ta langue, on devine ton parfum 👅🎨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 Tongue Painter : la sucette qui colore la langue.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Fais le défi, mets #MontreTaLangueRioPop et identifie-nous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Ta langue est de quelle couleur ce soir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(tournage avec l'équipe, 13 ans et plus seulement)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5_supermint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5. jeudi 5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Dans le gbaka à 7 h, il te faut un Super Mint 😮‍💨❄️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Ça glace fort !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Tague le collègue qui en a besoin 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#SuperMint #TOMY #Abidjan #Gbaka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Tague un collègue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Ton voisin de gbaka a mangé quoi ce matin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(sketch), Fatima (texte)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6_gou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6. vendredi 6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Vendredi, la boîte à goûter a droit à sa petite surprise 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Une sucette Rio Pop glissée à côté du goûter, et la semaine finit en couleur.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Et chez vous, c'est quoi la surprise du vendredi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#Goûter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Racontez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goûter du vendredi, c'est sacré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Prisca Yao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7_lan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7. vendredi 6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Langue bleue, rouge ou violette ? 👅🎨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Le défi #MontreTaLangueRioPop est lancé. Montre-nous la tienne en story et identifie @riopop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#RienNteStop #TOMY #Abidjan #225 #Babi #Défi #Sucette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 en story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défi qui colore Babi.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8_gnamakou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8. samedi 7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Garba fini, Gnamakou servi 🔥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Super Gnamakou au gingembre : ça chauffe grave !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Toi, c'est menthe ou gingembre après manger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#SuperGnamakou #TOMY #Garba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Réponds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Après le garba, il faut le gingembre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Fatima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09_supermint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9. samedi 7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Vidéo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On a tous connu ce voisin de gbaka 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Heureusement, il y a Super Mint. Ça glace fort ! ❄️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Partagez à celui qui doit voir ça 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#SuperMint #TOMY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Partagez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7 h du matin, le gbaka, et ce voisin...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0_bouqu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10. dimanche 8 nov., 16:00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centre de table qui disparaît en 5 minutes 🎈🍭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Prenez un pot, du papier coloré, et plantez-y vos sucettes Rio Pop par couleur. Les enfants se servent à la fin de la fête.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Enregistrez l'idée pour le prochain anniversaire 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#Anniversaire #DécoDeFête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Enregistrez l'idée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Un bouquet qui se mange ? Oui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(photo), Prisca Yao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1_bouqu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11. dimanche 8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Post carré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bouquet qui fait la fête 🎈🍭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1 pot, du papier coloré, des sucettes Rio Pop rangées par couleur.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Les enfants se servent en partant.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📌 Enregistrez pour le prochain anniversaire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#Anniversaire #DécoAnniversaire #FêteEnfant #Abidjan #225 #Babi #IdéeDéco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Enregistrez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L'idée déco à enregistrer.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2_lan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12. lundi 9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15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Vous avez fait le défi, on a vu vos langues 😂👅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Voici notre top 3 de la semaine. La tienne est la prochaine ?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#MontreTaLangueRioPop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Top 3 des langues les plus colorées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 (accord écrit de chaque abonné repris)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3_parfu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13. mardi 10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Vous avez voté, et le parfum n°1 chez vous c'est... ⟦résultat du vote du 3 novembre⟧ ! 🏆🍭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Merci pour vos ⟦nombre⟧ commentaires.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Votre parfum n'a pas gagné ? Défendez-le ici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Commentez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verdict est tombé 🏆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4_mangue_pa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14. mardi 10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Story sondage + post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Mangue ou passion ? Tu as 24 h pour choisir 🥭💛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Vote dans notre story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#Abidjan #225 #Babi #Sondage #Sucette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Vote en story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Un seul parfum pour toute la semaine : lequel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5_icec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15. mercredi 11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bruit du papier, puis le goût Ice Cream 🔊🍦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 Ice Cream, tu as déjà goûté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#ASMR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Dis-nous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Rio Pop Ice Cream, tu connais ?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6_ra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16. jeudi 12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audio + visuel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Vous avez entendu Rio Pop à la radio cette semaine ? 📻🍭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Pop, rien n'te stop ! Écoutez le spot ici et dites-nous sur quelle radio vous l'avez entendu.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Dites-nous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spot que vos enfants chantent déjà...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 (après diffusion confirmée par la régie)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7_tempo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17. jeudi 12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Réunion à 8 h, le chef parle de près 😶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Tempo, un max de fraîcheur ! Pour toi... ou pour lui 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#Tempo #TOMY #Bureau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Tague ton collègue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collègue qui fait sa présentation trop près...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Fatima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8_icec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18. vendredi 13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Monte le son 🔊🍦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 Ice Cream : le papier, le craquant, puis le chewing-gum.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#ASMR #Abidjan #225 #Babi #Sucette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Partage en story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déballage le plus satisfaisant de Babi.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19_qual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19. samedi 14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Tous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Chaque jour, avant de quitter l'usine de Koumassi, nos bonbons passent par notre laboratoire interne. 🔬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Qualité constante, depuis 1994.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Quelle question aimeriez-vous poser à notre équipe qualité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#Unifood #TOMY #MadeInCI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Posez votre question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Depuis 1994, à Koumassi.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Fatima (texte), photo du labo ⟦à faire valider par la direction⟧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0_pa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20. dimanche 15 nov., 09:00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Visuel sobre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Tous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En ce 15 novembre, toute l'équipe Unifood souhaite à chacun une belle Journée nationale de la Paix. 🕊️🇨🇮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#JournéeDeLaPaix #CôteDIvoire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Aucun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 (validation de Mariam Koné)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0_pa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21. dimanche 15 nov., 09:00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Visuel sobre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Tous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Belle Journée nationale de la Paix à toutes et à tous. 🕊️🇨🇮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#JournéeDeLaPaix #CôteDIvoire #Paix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Aucun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2_lan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22. lundi 16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Deux sucettes, deux couleurs, une seule langue 🤯👅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Tente le mélange et montre le résultat avec #MontreTaLangueRioPop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Mélange deux parfums, montre le résultat.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3_kit_anni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23. mardi 17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Un anniversaire à préparer ? 🎂🍭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Écrivez-nous sur WhatsApp : on vous envoie nos idées de déco et de goûter Rio Pop, et on vous dit où trouver le sachet de 48 près de chez vous.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👉 Bouton « Envoyer un message » sur la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#Anniversaire #RienNteStop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Écrivez-nous sur WhatsApp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kit fête Rio Pop vous attend sur WhatsApp.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 (réponses WhatsApp)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4_kit_anni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24. mardi 17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Carrousel 4 images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4 idées Rio Pop pour un anniversaire réussi 🎂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1. Le bouquet de sucettes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2. Le jeu de la langue colorée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3. Les petits sachets surprise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4. La table aux couleurs des parfums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Pour recevoir le kit complet, écrivez-nous sur WhatsApp (lien en bio) 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#Anniversaire #FêteEnfant #DécoAnniversaire #Abidjan #225 #Babi #Maman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WhatsApp (lien en bio)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L'anniversaire en couleurs, mode d'emploi.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Prisca Yao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5_supermint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25. mercredi 18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chauffeur qui a toujours un Super Mint pour ses clients 🚕❄️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Respect au boss ! Ça glace 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#SuperMint #TOMY #Taxi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Tague un chauffeur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Ce chauffeur a tout compris.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Fatima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6_present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26. jeudi 19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BOFU, faire acheter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Vous voyez ce présentoir chez votre boutiquier ? Rio Pop est là ! 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Sachets de 48 ou sucettes à l'unité, demandez vos parfums préférés.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Votre boutiquier n'en a pas encore ? Dites-nous votre quartier en commentaire 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Demandez à votre boutiquier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Repérez le présentoir rouge chez votre boutiquier.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Yao, équipe d'Hervé Gnagne (photos en boutique)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7_parfu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27. vendredi 20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Yeux bandés, une sucette Rio Pop : il devine le parfum ou pas ? 🙈🍭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Reste jusqu'à la fin 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#Défi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Devine avant lui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Notre collègue a perdu son pari...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(avec l'équipe Unifood, adultes)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8_parfum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28. vendredi 20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Il devine ou pas ? 🙈🍭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Regarde jusqu'au bout et dis-nous ton score en commentaire.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#Défi #Abidjan #225 #Babi #Sucette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Commente ton score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Les yeux bandés, le goût ne ment pas.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29_catalog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29. samedi 21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Post photo  |  BOFU, faire acheter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Boutiquiers et demi-grossistes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Boutiquiers, demi-grossistes : le catalogue TOMY est sur WhatsApp ! 📲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Rio Pop, Super Mint, Tempo, Super Gnamakou : choisissez, envoyez, notre équipe commerciale vous rappelle.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👉 Écrivez « CATALOGUE » au ⟦numéro WhatsApp commercial à confirmer⟧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#TOMY #Unifood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Écrivez « CATALOGUE »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Votre stock de fêtes, sans vous déplacer.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Équipe d'Hervé Gnagne (réponses), Prisca Yao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0_gou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30. dimanche 22 nov., 16:00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Dimanche, tout le monde à table, même les sucettes ! 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Fruits coupés, un verre de bissap et une Rio Pop pour finir : le goûter du dimanche est prêt.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Votre goûter du dimanche, c'est quoi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#Goûter #Famille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Racontez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dessert du dimanche version Rio Pop.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Prisca Yao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1_langue_no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31. lundi 23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20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Rouge et vert pour Noël ? Ta langue est prête 🎄👅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#MontreTaLangueRioPop passe en mode fêtes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#Noël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défi passe en mode fêtes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2_sap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32. mardi 24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Carrousel 3 images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Cette année, le sapin se mange ! 🎄🍭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Un cône en carton, du papier vert, et vos sucettes Rio Pop piquées tout autour.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Étapes en images 👉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Pour le kit fête complet : écrivez-nous sur WhatsApp 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#Noël #DécoDeFête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Écrivez-nous sur WhatsApp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sapin qui plaît vraiment aux enfants.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 (photos), Prisca Yao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3_sap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33. mardi 24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tuto 30 s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 sapin de sucettes en 30 secondes 🎄🍭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📌 Enregistre pour le faire avec les enfants ce week-end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#TOMY #Noël #DIY #DécoNoël #Abidjan #225 #Babi #Maman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Enregistrez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DIY de Noël, version Rio Pop.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4_gnamakou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34. mercredi 25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Sketch 25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Les matins deviennent frais ? Super Gnamakou réchauffe 🔥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Ça chauffe grave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#SuperGnamakou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Dis « 🔥 » en commentaire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Il fait frais le matin ? On a ce qu'il faut.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Fatima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5_sachet48_jau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35. jeudi 26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BOFU, faire acheter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Les fêtes approchent : vous avez prévu votre sachet de 48 ? 🎉🍭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De quoi servir tous les cousins au réveillon.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Disponible chez votre boutiquier : demandez Rio Pop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#Fêtes2026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Demandez à votre boutiquier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48 sucettes, toute la famille servie.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6_fam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36. vendredi 27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15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⟦légende écrite le jour même, selon la tendance TikTok vérifiée (lien et date)⟧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#TOMY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Selon le format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Fatima (veille la veille)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7_langue_no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37. vendredi 27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Reel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Ados 13 à 17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Ta langue de Noël, c'est quelle couleur ? 🎄👅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Montre-la en story avec #MontreTaLangueRioPop 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#MontreTaLangueRioPop #RioPop #RienNteStop #TOMY #Noël #Abidjan #225 #Babi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Fais le défi en story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Le défi passe en mode fêtes.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8_gnamakou_vide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38. samedi 28 nov., 12:30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Unifood  |  Vidéo (reprise TikTok)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Adultes 20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Les matins frais sont là... Super Gnamakou réchauffe ! 🔥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Vous êtes plutôt menthe ou gingembre ? 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#SuperGnamakou #TOMY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Commentez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39_concou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39. dimanche 29 nov., 16:00  | 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@RioPop225  |  Post photo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Gardez vos plus belles photos de fêtes Rio Pop 📸🎉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Un concours photo arrive après Noël. Règlement complet bientôt sur la page.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#MaFêteRioPop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Abonnez-vous pour ne rien manquer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Préparez vos photos, on en reparle à Noël !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 (règlement ⟦à valider par le juridique⟧)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40_concou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40. dimanche 29 nov., 19:00  | 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Rio Pop  |  Post carré  |  MOFU, faire considérer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Parents 25 à 45 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Concours photo en approche 📸🎉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Gardez vos plus belles photos de fêtes Rio Pop, le règlement arrive bientôt.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#RioPop #RienNteStop #MaFêteRioPop #Concours #Fêtes2026 #Abidjan #225 #Babi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Activez les notifications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aucune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Prisca Yao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pic>
        <p:nvPicPr>
          <p:cNvPr id="3" name="Picture 2" descr="post41_fami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00" y="560000"/>
            <a:ext cx="5900000" cy="59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00000" y="520000"/>
            <a:ext cx="52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50046"/>
                </a:solidFill>
                <a:latin typeface="Baloo 2"/>
              </a:rPr>
              <a:t>41. lundi 30 nov., 18:00  | 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0000" y="980000"/>
            <a:ext cx="52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5560"/>
                </a:solidFill>
                <a:latin typeface="Nunito"/>
              </a:rPr>
              <a:t>TOMY  |  Vidéo 15 s  |  TOFU, se faire connaître</a:t>
            </a:r>
          </a:p>
          <a:p>
            <a:r>
              <a:rPr sz="1100" b="0">
                <a:solidFill>
                  <a:srgbClr val="6B5560"/>
                </a:solidFill>
                <a:latin typeface="Nunito"/>
              </a:rPr>
              <a:t>Cible : 13 à 17 ans et jeunes adultes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0" y="1600000"/>
            <a:ext cx="5250000" cy="3300000"/>
          </a:xfrm>
          <a:prstGeom prst="rect">
            <a:avLst/>
          </a:prstGeom>
          <a:solidFill>
            <a:srgbClr val="F7F2F4"/>
          </a:solidFill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B1B22"/>
                </a:solidFill>
                <a:latin typeface="Nunito"/>
              </a:rPr>
              <a:t>Un mois sur TikTok, et vous avez tout coloré 🎨🍭❄️</a:t>
            </a:r>
          </a:p>
          <a:p>
            <a:r>
              <a:rPr sz="1300" b="0">
                <a:solidFill>
                  <a:srgbClr val="2B1B22"/>
                </a:solidFill>
                <a:latin typeface="Nunito"/>
              </a:rPr>
              <a:t>Merci pour vos défis ! Décembre arrive, et ça va être encore plus 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0" y="6380000"/>
            <a:ext cx="52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155CC"/>
                </a:solidFill>
                <a:latin typeface="Nunito"/>
                <a:hlinkClick r:id="rId3"/>
              </a:rPr>
              <a:t>Voir le visuel en grand (Drive)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4950000"/>
            <a:ext cx="525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B1B22"/>
                </a:solidFill>
                <a:latin typeface="Nunito"/>
              </a:rPr>
              <a:t>Hashtags : #TOMY #RioPop #MontreTaLangueRioPop #225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Appel à l'action : Reste abonné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Accroche B à tester : Vos meilleurs moments de novembre.</a:t>
            </a:r>
          </a:p>
          <a:p>
            <a:r>
              <a:rPr sz="1000" b="0">
                <a:solidFill>
                  <a:srgbClr val="2B1B22"/>
                </a:solidFill>
                <a:latin typeface="Nunito"/>
              </a:rPr>
              <a:t>Responsable : Koffi, Prisca Yao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450000"/>
            <a:ext cx="11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50046"/>
                </a:solidFill>
                <a:latin typeface="Baloo 2"/>
              </a:rPr>
              <a:t>Logo et couleurs de la marque</a:t>
            </a:r>
          </a:p>
        </p:txBody>
      </p:sp>
      <p:pic>
        <p:nvPicPr>
          <p:cNvPr id="4" name="Picture 3" descr="logo-et-couleurs-unif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000" y="1100000"/>
            <a:ext cx="9000000" cy="562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0000" y="635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155CC"/>
                </a:solidFill>
                <a:latin typeface="Nunito"/>
                <a:hlinkClick r:id="rId3"/>
              </a:rPr>
              <a:t>Dossier Drive de tous les visuels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330000"/>
          </a:xfrm>
          <a:prstGeom prst="rect">
            <a:avLst/>
          </a:prstGeom>
          <a:solidFill>
            <a:srgbClr val="E50046"/>
          </a:solidFill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Nunito"/>
              </a:rPr>
              <a:t>FICTIF : document de test. Rien n'est publié ni programmé. Maquettes de visuels à produire par Koffi.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6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50046"/>
                </a:solidFill>
                <a:latin typeface="Baloo 2"/>
              </a:rPr>
              <a:t>Suite proposée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50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B1B22"/>
                </a:solidFill>
                <a:latin typeface="Nunito"/>
              </a:rPr>
              <a:t>A. Vous validez le calendrier (ou vous me listez les posts à changer), et je prépare la programmation semaine par semaine. Rien ne part sans votre accord écrit, post par post.</a:t>
            </a:r>
          </a:p>
          <a:p>
            <a:r>
              <a:rPr sz="2000" b="0">
                <a:solidFill>
                  <a:srgbClr val="2B1B22"/>
                </a:solidFill>
                <a:latin typeface="Nunito"/>
              </a:rPr>
              <a:t/>
            </a:r>
          </a:p>
          <a:p>
            <a:r>
              <a:rPr sz="2000" b="0">
                <a:solidFill>
                  <a:srgbClr val="2B1B22"/>
                </a:solidFill>
                <a:latin typeface="Nunito"/>
              </a:rPr>
              <a:t>B. Vous me confirmez le numéro WhatsApp commercial et l'ouverture des comptes TikTok TOMY et Instagram Rio Pop, et je passe au calendrier de décembre (Noël, réveillon, concours photo).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