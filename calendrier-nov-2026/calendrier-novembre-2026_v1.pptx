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D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FICTIF : document de test. Rien n'est publié ni programmé. Maquettes de visuels à produire par Koffi.</a:t>
            </a:r>
          </a:p>
        </p:txBody>
      </p:sp>
      <p:pic>
        <p:nvPicPr>
          <p:cNvPr id="3" name="Picture 2" descr="Logo_unifo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" y="800000"/>
            <a:ext cx="1457271" cy="15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0000" y="2500000"/>
            <a:ext cx="110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E50046"/>
                </a:solidFill>
                <a:latin typeface="Baloo 2"/>
              </a:rPr>
              <a:t>Calendrier éditorial de novembre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3500000"/>
            <a:ext cx="1100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B1B22"/>
                </a:solidFill>
                <a:latin typeface="Nunito"/>
              </a:rPr>
              <a:t>Facebook, Instagram, TikTok : 41 publications, légendes prêtes</a:t>
            </a:r>
          </a:p>
          <a:p>
            <a:r>
              <a:rPr sz="1800" b="0">
                <a:solidFill>
                  <a:srgbClr val="2B1B22"/>
                </a:solidFill>
                <a:latin typeface="Nunito"/>
              </a:rPr>
              <a:t>Rio Pop (familles et ados 13 à 17 ans) et menthes TOMY (adultes)</a:t>
            </a:r>
          </a:p>
          <a:p>
            <a:r>
              <a:rPr sz="1800" b="0">
                <a:solidFill>
                  <a:srgbClr val="2B1B22"/>
                </a:solidFill>
                <a:latin typeface="Nunito"/>
              </a:rPr>
              <a:t>Pour Mariam Koné, directrice marketing (FICTIF). Version 1 du 19/10/2026, à valider.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FICTIF : document de test. Rien n'est publié ni programmé. Maquettes de visuels à produire par Koffi.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50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50046"/>
                </a:solidFill>
                <a:latin typeface="Baloo 2"/>
              </a:rPr>
              <a:t>Le mois en un coup d'œil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300000"/>
            <a:ext cx="53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B1B22"/>
                </a:solidFill>
                <a:latin typeface="Nunito"/>
              </a:rPr>
              <a:t>Par réseau</a:t>
            </a:r>
          </a:p>
          <a:p>
            <a:r>
              <a:rPr sz="1800" b="0">
                <a:solidFill>
                  <a:srgbClr val="2B1B22"/>
                </a:solidFill>
                <a:latin typeface="Nunito"/>
              </a:rPr>
              <a:t>Facebook : 16</a:t>
            </a:r>
          </a:p>
          <a:p>
            <a:r>
              <a:rPr sz="1800" b="0">
                <a:solidFill>
                  <a:srgbClr val="2B1B22"/>
                </a:solidFill>
                <a:latin typeface="Nunito"/>
              </a:rPr>
              <a:t>Instagram : 11</a:t>
            </a:r>
          </a:p>
          <a:p>
            <a:r>
              <a:rPr sz="1800" b="0">
                <a:solidFill>
                  <a:srgbClr val="2B1B22"/>
                </a:solidFill>
                <a:latin typeface="Nunito"/>
              </a:rPr>
              <a:t>TikTok : 14</a:t>
            </a:r>
          </a:p>
          <a:p>
            <a:r>
              <a:rPr sz="1800" b="0">
                <a:solidFill>
                  <a:srgbClr val="2B1B22"/>
                </a:solidFill>
                <a:latin typeface="Nunito"/>
              </a:rPr>
              <a:t/>
            </a:r>
          </a:p>
          <a:p>
            <a:r>
              <a:rPr sz="1800" b="0">
                <a:solidFill>
                  <a:srgbClr val="2B1B22"/>
                </a:solidFill>
                <a:latin typeface="Nunito"/>
              </a:rPr>
              <a:t>Par étage</a:t>
            </a:r>
          </a:p>
          <a:p>
            <a:r>
              <a:rPr sz="1800" b="0">
                <a:solidFill>
                  <a:srgbClr val="2B1B22"/>
                </a:solidFill>
                <a:latin typeface="Nunito"/>
              </a:rPr>
              <a:t>TOFU, se faire connaître : 24</a:t>
            </a:r>
          </a:p>
          <a:p>
            <a:r>
              <a:rPr sz="1800" b="0">
                <a:solidFill>
                  <a:srgbClr val="2B1B22"/>
                </a:solidFill>
                <a:latin typeface="Nunito"/>
              </a:rPr>
              <a:t>MOFU, faire considérer : 14</a:t>
            </a:r>
          </a:p>
          <a:p>
            <a:r>
              <a:rPr sz="1800" b="0">
                <a:solidFill>
                  <a:srgbClr val="2B1B22"/>
                </a:solidFill>
                <a:latin typeface="Nunito"/>
              </a:rPr>
              <a:t>BOFU, faire acheter :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00000" y="1300000"/>
            <a:ext cx="54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2B1B22"/>
                </a:solidFill>
                <a:latin typeface="Nunito"/>
              </a:rPr>
              <a:t>Les temps forts</a:t>
            </a:r>
          </a:p>
          <a:p>
            <a:r>
              <a:rPr sz="1500" b="0">
                <a:solidFill>
                  <a:srgbClr val="2B1B22"/>
                </a:solidFill>
                <a:latin typeface="Nunito"/>
              </a:rPr>
              <a:t>2 au 8 nov. : ouverture des comptes TikTok TOMY et Instagram Rio Pop, défi « Montre ta langue »</a:t>
            </a:r>
          </a:p>
          <a:p>
            <a:r>
              <a:rPr sz="1500" b="0">
                <a:solidFill>
                  <a:srgbClr val="2B1B22"/>
                </a:solidFill>
                <a:latin typeface="Nunito"/>
              </a:rPr>
              <a:t>9 nov. : début du spot radio</a:t>
            </a:r>
          </a:p>
          <a:p>
            <a:r>
              <a:rPr sz="1500" b="0">
                <a:solidFill>
                  <a:srgbClr val="2B1B22"/>
                </a:solidFill>
                <a:latin typeface="Nunito"/>
              </a:rPr>
              <a:t>15 nov. : Journée nationale de la Paix (visuel sobre)</a:t>
            </a:r>
          </a:p>
          <a:p>
            <a:r>
              <a:rPr sz="1500" b="0">
                <a:solidFill>
                  <a:srgbClr val="2B1B22"/>
                </a:solidFill>
                <a:latin typeface="Nunito"/>
              </a:rPr>
              <a:t>17 nov. : kit anniversaire sur WhatsApp</a:t>
            </a:r>
          </a:p>
          <a:p>
            <a:r>
              <a:rPr sz="1500" b="0">
                <a:solidFill>
                  <a:srgbClr val="2B1B22"/>
                </a:solidFill>
                <a:latin typeface="Nunito"/>
              </a:rPr>
              <a:t>21 nov. : catalogue WhatsApp boutiquiers</a:t>
            </a:r>
          </a:p>
          <a:p>
            <a:r>
              <a:rPr sz="1500" b="0">
                <a:solidFill>
                  <a:srgbClr val="2B1B22"/>
                </a:solidFill>
                <a:latin typeface="Nunito"/>
              </a:rPr>
              <a:t>23 nov. : on passe en mode fêtes</a:t>
            </a:r>
          </a:p>
          <a:p>
            <a:r>
              <a:rPr sz="1500" b="0">
                <a:solidFill>
                  <a:srgbClr val="2B1B22"/>
                </a:solidFill>
                <a:latin typeface="Nunito"/>
              </a:rPr>
              <a:t>30 nov. : point de décision</a:t>
            </a:r>
          </a:p>
          <a:p>
            <a:r>
              <a:rPr sz="1500" b="0">
                <a:solidFill>
                  <a:srgbClr val="2B1B22"/>
                </a:solidFill>
                <a:latin typeface="Nunito"/>
              </a:rPr>
              <a:t/>
            </a:r>
          </a:p>
          <a:p>
            <a:r>
              <a:rPr sz="1500" b="0">
                <a:solidFill>
                  <a:srgbClr val="2B1B22"/>
                </a:solidFill>
                <a:latin typeface="Nunito"/>
              </a:rPr>
              <a:t>Règle : aucun contenu ne vise les moins de 13 ans ; aucun enfant reconnaissable sans accord écrit des parents.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FICTIF : document de test. Rien n'est publié ni programmé. Maquettes de visuels à produire par Koffi.</a:t>
            </a:r>
          </a:p>
        </p:txBody>
      </p:sp>
      <p:pic>
        <p:nvPicPr>
          <p:cNvPr id="3" name="Picture 2" descr="post01_famil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1. lundi 2 nov., 18:00  |  TikTok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TOMY (nouveau compte)  |  Vidéo 15 s  |  TOFU, se faire connaître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13 à 17 ans et jeunes adultes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TOMY arrive sur TikTok, et ça va colorer ton fil ! 🍭❄️🔥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Rio Pop, Super Mint, Tempo, Super Gnamakou : toute la bande est là.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Abonne-toi, la suite arrive vite 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4950000"/>
            <a:ext cx="525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#TOMY #RioPop #Abidjan #225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Abonne-toi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Rio Pop, Super Mint, Gnamakou... On est là !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Koffi (montage), Prisca Yao (publication)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FICTIF : document de test. Rien n'est publié ni programmé. Maquettes de visuels à produire par Koffi.</a:t>
            </a:r>
          </a:p>
        </p:txBody>
      </p:sp>
      <p:pic>
        <p:nvPicPr>
          <p:cNvPr id="3" name="Picture 2" descr="post02_parfum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2. mardi 3 nov., 12:30  |  Facebook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Rio Pop @RioPop225  |  Carrousel 5 images  |  MOFU, faire considérer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Parents 25 à 45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Mangue, fraise, passion, cola, mix fruits... Chez vous, c'est quel parfum qui part en premier ? 🍭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Dites-le en commentaire, on compte les votes vendredi 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4950000"/>
            <a:ext cx="525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#RioPop #RienNteStop #Abidjan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Votez en commentaire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5 parfums, 1 seule question : le vôtre ?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Koffi (visuels), Prisca Yao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FICTIF : document de test. Rien n'est publié ni programmé. Maquettes de visuels à produire par Koffi.</a:t>
            </a:r>
          </a:p>
        </p:txBody>
      </p:sp>
      <p:pic>
        <p:nvPicPr>
          <p:cNvPr id="3" name="Picture 2" descr="post03_sachet48_rou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3. mardi 3 nov., 19:00  |  Instagram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Rio Pop (nouveau compte)  |  Post carré  |  TOFU, se faire connaître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Parents et ados 13 à 17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Rio Pop débarque sur Instagram 🎉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Les sucettes qui colorent vos journées, avec un cœur chewing-gum dedans.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/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Abonnez-vous pour les idées de fêtes, les défis et les nouveautés 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4950000"/>
            <a:ext cx="525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#RioPop #RienNteStop #TOMY #Abidjan #CôteDIvoire #225 #Babi #Sucette #Bonbon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Abonnez-vous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Les sucettes qui colorent vos journées, maintenant ici.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Prisca Yao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FICTIF : document de test. Rien n'est publié ni programmé. Maquettes de visuels à produire par Koffi.</a:t>
            </a:r>
          </a:p>
        </p:txBody>
      </p:sp>
      <p:pic>
        <p:nvPicPr>
          <p:cNvPr id="3" name="Picture 2" descr="post04_langu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4. mercredi 4 nov., 18:00  |  TikTok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TOMY  |  Vidéo 20 s (défi)  |  TOFU, se faire connaître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13 à 17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Montre ta langue, on devine ton parfum 👅🎨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Rio Pop Tongue Painter : la sucette qui colore la langue.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Fais le défi, mets #MontreTaLangueRioPop et identifie-nous 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4950000"/>
            <a:ext cx="525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#MontreTaLangueRioPop #RioPop #TOMY #225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Fais le défi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Ta langue est de quelle couleur ce soir ?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Koffi (tournage avec l'équipe, 13 ans et plus seulement)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FICTIF : document de test. Rien n'est publié ni programmé. Maquettes de visuels à produire par Koffi.</a:t>
            </a:r>
          </a:p>
        </p:txBody>
      </p:sp>
      <p:pic>
        <p:nvPicPr>
          <p:cNvPr id="3" name="Picture 2" descr="post05_supermint_vide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5. jeudi 5 nov., 18:00  |  TikTok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TOMY  |  Sketch 25 s  |  TOFU, se faire connaître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Adultes 20 à 45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Dans le gbaka à 7 h, il te faut un Super Mint 😮‍💨❄️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Ça glace fort !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Tague le collègue qui en a besoin 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4950000"/>
            <a:ext cx="525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#SuperMint #TOMY #Abidjan #Gbaka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Tague un collègue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Ton voisin de gbaka a mangé quoi ce matin ?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Koffi (sketch), Fatima (texte)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FICTIF : document de test. Rien n'est publié ni programmé. Maquettes de visuels à produire par Koffi.</a:t>
            </a:r>
          </a:p>
        </p:txBody>
      </p:sp>
      <p:pic>
        <p:nvPicPr>
          <p:cNvPr id="3" name="Picture 2" descr="post06_gou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6. vendredi 6 nov., 12:30  |  Facebook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Rio Pop @RioPop225  |  Post photo  |  MOFU, faire considérer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Parents 25 à 45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Vendredi, la boîte à goûter a droit à sa petite surprise 🍭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Une sucette Rio Pop glissée à côté du goûter, et la semaine finit en couleur.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/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Et chez vous, c'est quoi la surprise du vendredi ? 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4950000"/>
            <a:ext cx="525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#RioPop #RienNteStop #Goûter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Racontez en commentaire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Le goûter du vendredi, c'est sacré !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Koffi, Prisca Yao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FICTIF : document de test. Rien n'est publié ni programmé. Maquettes de visuels à produire par Koffi.</a:t>
            </a:r>
          </a:p>
        </p:txBody>
      </p:sp>
      <p:pic>
        <p:nvPicPr>
          <p:cNvPr id="3" name="Picture 2" descr="post07_langu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7. vendredi 6 nov., 19:00  |  Instagram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Rio Pop  |  Reel (reprise TikTok)  |  TOFU, se faire connaître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Ados 13 à 17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Langue bleue, rouge ou violette ? 👅🎨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Le défi #MontreTaLangueRioPop est lancé. Montre-nous la tienne en story et identifie @riopop 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4950000"/>
            <a:ext cx="525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#MontreTaLangueRioPop #RioPop #RienNteStop #TOMY #Abidjan #225 #Babi #Défi #Sucette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Fais le défi en story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Le défi qui colore Babi.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Prisca Yao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FICTIF : document de test. Rien n'est publié ni programmé. Maquettes de visuels à produire par Koffi.</a:t>
            </a:r>
          </a:p>
        </p:txBody>
      </p:sp>
      <p:pic>
        <p:nvPicPr>
          <p:cNvPr id="3" name="Picture 2" descr="post08_gnamakou_vide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8. samedi 7 nov., 18:00  |  TikTok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TOMY  |  Sketch 25 s  |  TOFU, se faire connaître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Adultes 20 à 45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Garba fini, Gnamakou servi 🔥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Super Gnamakou au gingembre : ça chauffe grave !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Toi, c'est menthe ou gingembre après manger ? 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4950000"/>
            <a:ext cx="525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#SuperGnamakou #TOMY #Garba #225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Réponds en commentaire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Après le garba, il faut le gingembre !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Koffi, Fatima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FICTIF : document de test. Rien n'est publié ni programmé. Maquettes de visuels à produire par Koffi.</a:t>
            </a:r>
          </a:p>
        </p:txBody>
      </p:sp>
      <p:pic>
        <p:nvPicPr>
          <p:cNvPr id="3" name="Picture 2" descr="post09_supermint_vide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9. samedi 7 nov., 12:30  |  Facebook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Unifood  |  Vidéo (reprise TikTok)  |  TOFU, se faire connaître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Adultes 20 à 45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On a tous connu ce voisin de gbaka 😅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Heureusement, il y a Super Mint. Ça glace fort ! ❄️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/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Partagez à celui qui doit voir ça 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4950000"/>
            <a:ext cx="525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#SuperMint #TOMY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Partagez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7 h du matin, le gbaka, et ce voisin...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Prisca Yao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FICTIF : document de test. Rien n'est publié ni programmé. Maquettes de visuels à produire par Koffi.</a:t>
            </a:r>
          </a:p>
        </p:txBody>
      </p:sp>
      <p:pic>
        <p:nvPicPr>
          <p:cNvPr id="3" name="Picture 2" descr="post10_bouque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10. dimanche 8 nov., 16:00  |  Facebook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Rio Pop @RioPop225  |  Post photo  |  MOFU, faire considérer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Parents 25 à 45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Le centre de table qui disparaît en 5 minutes 🎈🍭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Prenez un pot, du papier coloré, et plantez-y vos sucettes Rio Pop par couleur. Les enfants se servent à la fin de la fête.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/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Enregistrez l'idée pour le prochain anniversaire 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4950000"/>
            <a:ext cx="525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#RioPop #Anniversaire #DécoDeFête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Enregistrez l'idée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Un bouquet qui se mange ? Oui !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Koffi (photo), Prisca Yao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FICTIF : document de test. Rien n'est publié ni programmé. Maquettes de visuels à produire par Koffi.</a:t>
            </a:r>
          </a:p>
        </p:txBody>
      </p:sp>
      <p:pic>
        <p:nvPicPr>
          <p:cNvPr id="3" name="Picture 2" descr="post11_bouque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11. dimanche 8 nov., 19:00  |  Instagram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Rio Pop  |  Post carré  |  MOFU, faire considérer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Parents 25 à 45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Le bouquet qui fait la fête 🎈🍭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1 pot, du papier coloré, des sucettes Rio Pop rangées par couleur.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Les enfants se servent en partant.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/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📌 Enregistrez pour le prochain anniversaire 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4950000"/>
            <a:ext cx="525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#RioPop #RienNteStop #Anniversaire #DécoAnniversaire #FêteEnfant #Abidjan #225 #Babi #IdéeDéco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Enregistrez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L'idée déco à enregistrer.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Prisca Yao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FICTIF : document de test. Rien n'est publié ni programmé. Maquettes de visuels à produire par Koffi.</a:t>
            </a:r>
          </a:p>
        </p:txBody>
      </p:sp>
      <p:pic>
        <p:nvPicPr>
          <p:cNvPr id="3" name="Picture 2" descr="post12_langu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12. lundi 9 nov., 18:00  |  TikTok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TOMY  |  Vidéo 15 s  |  TOFU, se faire connaître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13 à 17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Vous avez fait le défi, on a vu vos langues 😂👅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Voici notre top 3 de la semaine. La tienne est la prochaine ?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#MontreTaLangueRioPop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4950000"/>
            <a:ext cx="525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#MontreTaLangueRioPop #RioPop #TOMY #225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Fais le défi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Top 3 des langues les plus colorées !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Prisca Yao (accord écrit de chaque abonné repris)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FICTIF : document de test. Rien n'est publié ni programmé. Maquettes de visuels à produire par Koffi.</a:t>
            </a:r>
          </a:p>
        </p:txBody>
      </p:sp>
      <p:pic>
        <p:nvPicPr>
          <p:cNvPr id="3" name="Picture 2" descr="post13_parfum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13. mardi 10 nov., 12:30  |  Facebook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Rio Pop @RioPop225  |  Post photo  |  MOFU, faire considérer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Parents 25 à 45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Vous avez voté, et le parfum n°1 chez vous c'est... ⟦résultat du vote du 3 novembre⟧ ! 🏆🍭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Merci pour vos ⟦nombre⟧ commentaires.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Votre parfum n'a pas gagné ? Défendez-le ici 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4950000"/>
            <a:ext cx="525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#RioPop #RienNteStop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Commentez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Le verdict est tombé 🏆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Prisca Yao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FICTIF : document de test. Rien n'est publié ni programmé. Maquettes de visuels à produire par Koffi.</a:t>
            </a:r>
          </a:p>
        </p:txBody>
      </p:sp>
      <p:pic>
        <p:nvPicPr>
          <p:cNvPr id="3" name="Picture 2" descr="post14_mangue_pas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14. mardi 10 nov., 19:00  |  Instagram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Rio Pop  |  Story sondage + post  |  MOFU, faire considérer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Ados 13 à 17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Mangue ou passion ? Tu as 24 h pour choisir 🥭💛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Vote dans notre story 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4950000"/>
            <a:ext cx="525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#RioPop #RienNteStop #TOMY #Abidjan #225 #Babi #Sondage #Sucette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Vote en story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Un seul parfum pour toute la semaine : lequel ?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Prisca Yao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FICTIF : document de test. Rien n'est publié ni programmé. Maquettes de visuels à produire par Koffi.</a:t>
            </a:r>
          </a:p>
        </p:txBody>
      </p:sp>
      <p:pic>
        <p:nvPicPr>
          <p:cNvPr id="3" name="Picture 2" descr="post15_icecre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15. mercredi 11 nov., 18:00  |  TikTok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TOMY  |  Vidéo 20 s  |  TOFU, se faire connaître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13 à 17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Le bruit du papier, puis le goût Ice Cream 🔊🍦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Rio Pop Ice Cream, tu as déjà goûté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4950000"/>
            <a:ext cx="525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#RioPop #ASMR #TOMY #225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Dis-nous en commentaire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Rio Pop Ice Cream, tu connais ?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Koffi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FICTIF : document de test. Rien n'est publié ni programmé. Maquettes de visuels à produire par Koffi.</a:t>
            </a:r>
          </a:p>
        </p:txBody>
      </p:sp>
      <p:pic>
        <p:nvPicPr>
          <p:cNvPr id="3" name="Picture 2" descr="post16_rad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16. jeudi 12 nov., 12:30  |  Facebook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Rio Pop @RioPop225  |  Post audio + visuel  |  TOFU, se faire connaître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Parents 25 à 45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Vous avez entendu Rio Pop à la radio cette semaine ? 📻🍭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Rio Pop, rien n'te stop ! Écoutez le spot ici et dites-nous sur quelle radio vous l'avez entendu.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4950000"/>
            <a:ext cx="525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#RioPop #RienNteStop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Dites-nous en commentaire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Le spot que vos enfants chantent déjà...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Prisca Yao (après diffusion confirmée par la régie)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FICTIF : document de test. Rien n'est publié ni programmé. Maquettes de visuels à produire par Koffi.</a:t>
            </a:r>
          </a:p>
        </p:txBody>
      </p:sp>
      <p:pic>
        <p:nvPicPr>
          <p:cNvPr id="3" name="Picture 2" descr="post17_tempo_vide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17. jeudi 12 nov., 18:00  |  TikTok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TOMY  |  Sketch 25 s  |  TOFU, se faire connaître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Adultes 20 à 45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Réunion à 8 h, le chef parle de près 😶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Tempo, un max de fraîcheur ! Pour toi... ou pour lui 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4950000"/>
            <a:ext cx="525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#Tempo #TOMY #Bureau #225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Tague ton collègue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Le collègue qui fait sa présentation trop près...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Koffi, Fatima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FICTIF : document de test. Rien n'est publié ni programmé. Maquettes de visuels à produire par Koffi.</a:t>
            </a:r>
          </a:p>
        </p:txBody>
      </p:sp>
      <p:pic>
        <p:nvPicPr>
          <p:cNvPr id="3" name="Picture 2" descr="post18_icecre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18. vendredi 13 nov., 19:00  |  Instagram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Rio Pop  |  Reel (reprise TikTok)  |  TOFU, se faire connaître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Ados 13 à 17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Monte le son 🔊🍦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Rio Pop Ice Cream : le papier, le craquant, puis le chewing-gum.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4950000"/>
            <a:ext cx="525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#RioPop #RienNteStop #TOMY #ASMR #Abidjan #225 #Babi #Sucette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Partage en story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Le déballage le plus satisfaisant de Babi.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Prisca Yao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FICTIF : document de test. Rien n'est publié ni programmé. Maquettes de visuels à produire par Koffi.</a:t>
            </a:r>
          </a:p>
        </p:txBody>
      </p:sp>
      <p:pic>
        <p:nvPicPr>
          <p:cNvPr id="3" name="Picture 2" descr="post19_quali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19. samedi 14 nov., 12:30  |  Facebook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Unifood  |  Post photo  |  MOFU, faire considérer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Tous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Chaque jour, avant de quitter l'usine de Koumassi, nos bonbons passent par notre laboratoire interne. 🔬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Qualité constante, depuis 1994.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/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Quelle question aimeriez-vous poser à notre équipe qualité ? 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4950000"/>
            <a:ext cx="525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#Unifood #TOMY #MadeInCI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Posez votre question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Depuis 1994, à Koumassi.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Fatima (texte), photo du labo ⟦à faire valider par la direction⟧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FICTIF : document de test. Rien n'est publié ni programmé. Maquettes de visuels à produire par Koffi.</a:t>
            </a:r>
          </a:p>
        </p:txBody>
      </p:sp>
      <p:pic>
        <p:nvPicPr>
          <p:cNvPr id="3" name="Picture 2" descr="post20_paix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20. dimanche 15 nov., 09:00  |  Facebook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Unifood  |  Visuel sobre  |  TOFU, se faire connaître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Tous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En ce 15 novembre, toute l'équipe Unifood souhaite à chacun une belle Journée nationale de la Paix. 🕊️🇨🇮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4950000"/>
            <a:ext cx="525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#JournéeDeLaPaix #CôteDIvoire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Aucun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aucune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Prisca Yao (validation de Mariam Koné)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FICTIF : document de test. Rien n'est publié ni programmé. Maquettes de visuels à produire par Koffi.</a:t>
            </a:r>
          </a:p>
        </p:txBody>
      </p:sp>
      <p:pic>
        <p:nvPicPr>
          <p:cNvPr id="3" name="Picture 2" descr="post20_paix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21. dimanche 15 nov., 09:00  |  Instagram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Rio Pop  |  Visuel sobre  |  TOFU, se faire connaître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Tous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Belle Journée nationale de la Paix à toutes et à tous. 🕊️🇨🇮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4950000"/>
            <a:ext cx="525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#JournéeDeLaPaix #CôteDIvoire #Paix #225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Aucun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aucune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Prisca Yao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FICTIF : document de test. Rien n'est publié ni programmé. Maquettes de visuels à produire par Koffi.</a:t>
            </a:r>
          </a:p>
        </p:txBody>
      </p:sp>
      <p:pic>
        <p:nvPicPr>
          <p:cNvPr id="3" name="Picture 2" descr="post22_langu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22. lundi 16 nov., 18:00  |  TikTok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TOMY  |  Vidéo 20 s  |  TOFU, se faire connaître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13 à 17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Deux sucettes, deux couleurs, une seule langue 🤯👅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Tente le mélange et montre le résultat avec #MontreTaLangueRioPop 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4950000"/>
            <a:ext cx="525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#MontreTaLangueRioPop #RioPop #TOMY #225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Fais le défi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Mélange deux parfums, montre le résultat.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Koffi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FICTIF : document de test. Rien n'est publié ni programmé. Maquettes de visuels à produire par Koffi.</a:t>
            </a:r>
          </a:p>
        </p:txBody>
      </p:sp>
      <p:pic>
        <p:nvPicPr>
          <p:cNvPr id="3" name="Picture 2" descr="post23_kit_anniv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23. mardi 17 nov., 12:30  |  Facebook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Rio Pop @RioPop225  |  Post photo  |  MOFU, faire considérer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Parents 25 à 45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Un anniversaire à préparer ? 🎂🍭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Écrivez-nous sur WhatsApp : on vous envoie nos idées de déco et de goûter Rio Pop, et on vous dit où trouver le sachet de 48 près de chez vous.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/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👉 Bouton « Envoyer un message » sur la page.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4950000"/>
            <a:ext cx="525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#RioPop #Anniversaire #RienNteStop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Écrivez-nous sur WhatsApp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Le kit fête Rio Pop vous attend sur WhatsApp.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Prisca Yao (réponses WhatsApp)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FICTIF : document de test. Rien n'est publié ni programmé. Maquettes de visuels à produire par Koffi.</a:t>
            </a:r>
          </a:p>
        </p:txBody>
      </p:sp>
      <p:pic>
        <p:nvPicPr>
          <p:cNvPr id="3" name="Picture 2" descr="post24_kit_anniv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24. mardi 17 nov., 19:00  |  Instagram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Rio Pop  |  Carrousel 4 images  |  MOFU, faire considérer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Parents 25 à 45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4 idées Rio Pop pour un anniversaire réussi 🎂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1. Le bouquet de sucettes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2. Le jeu de la langue colorée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3. Les petits sachets surprise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4. La table aux couleurs des parfums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/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Pour recevoir le kit complet, écrivez-nous sur WhatsApp (lien en bio) 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4950000"/>
            <a:ext cx="525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#RioPop #RienNteStop #TOMY #Anniversaire #FêteEnfant #DécoAnniversaire #Abidjan #225 #Babi #Maman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WhatsApp (lien en bio)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L'anniversaire en couleurs, mode d'emploi.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Koffi, Prisca Yao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FICTIF : document de test. Rien n'est publié ni programmé. Maquettes de visuels à produire par Koffi.</a:t>
            </a:r>
          </a:p>
        </p:txBody>
      </p:sp>
      <p:pic>
        <p:nvPicPr>
          <p:cNvPr id="3" name="Picture 2" descr="post25_supermint_vide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25. mercredi 18 nov., 18:00  |  TikTok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TOMY  |  Sketch 25 s  |  TOFU, se faire connaître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Adultes 20 à 45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Le chauffeur qui a toujours un Super Mint pour ses clients 🚕❄️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Respect au boss ! Ça glace fort.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4950000"/>
            <a:ext cx="525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#SuperMint #TOMY #Taxi #225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Tague un chauffeur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Ce chauffeur a tout compris.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Koffi, Fatima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FICTIF : document de test. Rien n'est publié ni programmé. Maquettes de visuels à produire par Koffi.</a:t>
            </a:r>
          </a:p>
        </p:txBody>
      </p:sp>
      <p:pic>
        <p:nvPicPr>
          <p:cNvPr id="3" name="Picture 2" descr="post26_presentoi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26. jeudi 19 nov., 12:30  |  Facebook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Rio Pop @RioPop225  |  Post photo  |  BOFU, faire acheter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Parents 25 à 45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Vous voyez ce présentoir chez votre boutiquier ? Rio Pop est là ! 🍭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Sachets de 48 ou sucettes à l'unité, demandez vos parfums préférés.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/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Votre boutiquier n'en a pas encore ? Dites-nous votre quartier en commentaire 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4950000"/>
            <a:ext cx="525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#RioPop #RienNteStop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Demandez à votre boutiquier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Repérez le présentoir rouge chez votre boutiquier.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Prisca Yao, équipe d'Hervé Gnagne (photos en boutique)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FICTIF : document de test. Rien n'est publié ni programmé. Maquettes de visuels à produire par Koffi.</a:t>
            </a:r>
          </a:p>
        </p:txBody>
      </p:sp>
      <p:pic>
        <p:nvPicPr>
          <p:cNvPr id="3" name="Picture 2" descr="post27_parfum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27. vendredi 20 nov., 18:00  |  TikTok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TOMY  |  Vidéo 20 s  |  TOFU, se faire connaître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13 à 17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Yeux bandés, une sucette Rio Pop : il devine le parfum ou pas ? 🙈🍭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Reste jusqu'à la fin 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4950000"/>
            <a:ext cx="525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#RioPop #Défi #TOMY #225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Devine avant lui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Notre collègue a perdu son pari...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Koffi (avec l'équipe Unifood, adultes)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FICTIF : document de test. Rien n'est publié ni programmé. Maquettes de visuels à produire par Koffi.</a:t>
            </a:r>
          </a:p>
        </p:txBody>
      </p:sp>
      <p:pic>
        <p:nvPicPr>
          <p:cNvPr id="3" name="Picture 2" descr="post28_parfum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28. vendredi 20 nov., 19:00  |  Instagram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Rio Pop  |  Reel (reprise TikTok)  |  TOFU, se faire connaître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Ados 13 à 17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Il devine ou pas ? 🙈🍭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Regarde jusqu'au bout et dis-nous ton score en commentaire.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4950000"/>
            <a:ext cx="525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#RioPop #RienNteStop #TOMY #Défi #Abidjan #225 #Babi #Sucette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Commente ton score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Les yeux bandés, le goût ne ment pas.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Prisca Yao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FICTIF : document de test. Rien n'est publié ni programmé. Maquettes de visuels à produire par Koffi.</a:t>
            </a:r>
          </a:p>
        </p:txBody>
      </p:sp>
      <p:pic>
        <p:nvPicPr>
          <p:cNvPr id="3" name="Picture 2" descr="post29_catalogu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29. samedi 21 nov., 12:30  |  Facebook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Unifood  |  Post photo  |  BOFU, faire acheter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Boutiquiers et demi-grossistes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Boutiquiers, demi-grossistes : le catalogue TOMY est sur WhatsApp ! 📲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Rio Pop, Super Mint, Tempo, Super Gnamakou : choisissez, envoyez, notre équipe commerciale vous rappelle.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/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👉 Écrivez « CATALOGUE » au ⟦numéro WhatsApp commercial à confirmer⟧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4950000"/>
            <a:ext cx="525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#TOMY #Unifood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Écrivez « CATALOGUE »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Votre stock de fêtes, sans vous déplacer.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Équipe d'Hervé Gnagne (réponses), Prisca Yao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FICTIF : document de test. Rien n'est publié ni programmé. Maquettes de visuels à produire par Koffi.</a:t>
            </a:r>
          </a:p>
        </p:txBody>
      </p:sp>
      <p:pic>
        <p:nvPicPr>
          <p:cNvPr id="3" name="Picture 2" descr="post30_gou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30. dimanche 22 nov., 16:00  |  Facebook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Rio Pop @RioPop225  |  Post photo  |  MOFU, faire considérer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Parents 25 à 45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Dimanche, tout le monde à table, même les sucettes ! 🍭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Fruits coupés, un verre de bissap et une Rio Pop pour finir : le goûter du dimanche est prêt.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/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Votre goûter du dimanche, c'est quoi ? 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4950000"/>
            <a:ext cx="525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#RioPop #Goûter #Famille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Racontez en commentaire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Le dessert du dimanche version Rio Pop.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Koffi, Prisca Yao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FICTIF : document de test. Rien n'est publié ni programmé. Maquettes de visuels à produire par Koffi.</a:t>
            </a:r>
          </a:p>
        </p:txBody>
      </p:sp>
      <p:pic>
        <p:nvPicPr>
          <p:cNvPr id="3" name="Picture 2" descr="post31_langue_no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31. lundi 23 nov., 18:00  |  TikTok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TOMY  |  Vidéo 20 s  |  TOFU, se faire connaître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13 à 17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Rouge et vert pour Noël ? Ta langue est prête 🎄👅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#MontreTaLangueRioPop passe en mode fêtes 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4950000"/>
            <a:ext cx="525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#MontreTaLangueRioPop #RioPop #Noël #225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Fais le défi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Le défi passe en mode fêtes !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Koffi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FICTIF : document de test. Rien n'est publié ni programmé. Maquettes de visuels à produire par Koffi.</a:t>
            </a:r>
          </a:p>
        </p:txBody>
      </p:sp>
      <p:pic>
        <p:nvPicPr>
          <p:cNvPr id="3" name="Picture 2" descr="post32_sap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32. mardi 24 nov., 12:30  |  Facebook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Rio Pop @RioPop225  |  Carrousel 3 images  |  MOFU, faire considérer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Parents 25 à 45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Cette année, le sapin se mange ! 🎄🍭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Un cône en carton, du papier vert, et vos sucettes Rio Pop piquées tout autour.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Étapes en images 👉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/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Pour le kit fête complet : écrivez-nous sur WhatsApp 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4950000"/>
            <a:ext cx="525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#RioPop #Noël #DécoDeFête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Écrivez-nous sur WhatsApp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Le sapin qui plaît vraiment aux enfants.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Koffi (photos), Prisca Yao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FICTIF : document de test. Rien n'est publié ni programmé. Maquettes de visuels à produire par Koffi.</a:t>
            </a:r>
          </a:p>
        </p:txBody>
      </p:sp>
      <p:pic>
        <p:nvPicPr>
          <p:cNvPr id="3" name="Picture 2" descr="post33_sap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33. mardi 24 nov., 19:00  |  Instagram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Rio Pop  |  Reel tuto 30 s  |  MOFU, faire considérer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Parents 25 à 45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Le sapin de sucettes en 30 secondes 🎄🍭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📌 Enregistre pour le faire avec les enfants ce week-end 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4950000"/>
            <a:ext cx="525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#RioPop #RienNteStop #TOMY #Noël #DIY #DécoNoël #Abidjan #225 #Babi #Maman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Enregistrez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DIY de Noël, version Rio Pop.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Koffi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FICTIF : document de test. Rien n'est publié ni programmé. Maquettes de visuels à produire par Koffi.</a:t>
            </a:r>
          </a:p>
        </p:txBody>
      </p:sp>
      <p:pic>
        <p:nvPicPr>
          <p:cNvPr id="3" name="Picture 2" descr="post34_gnamakou_vide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34. mercredi 25 nov., 18:00  |  TikTok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TOMY  |  Sketch 25 s  |  TOFU, se faire connaître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Adultes 20 à 45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Les matins deviennent frais ? Super Gnamakou réchauffe 🔥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Ça chauffe grave 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4950000"/>
            <a:ext cx="525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#SuperGnamakou #TOMY #225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Dis « 🔥 » en commentaire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Il fait frais le matin ? On a ce qu'il faut.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Koffi, Fatima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FICTIF : document de test. Rien n'est publié ni programmé. Maquettes de visuels à produire par Koffi.</a:t>
            </a:r>
          </a:p>
        </p:txBody>
      </p:sp>
      <p:pic>
        <p:nvPicPr>
          <p:cNvPr id="3" name="Picture 2" descr="post35_sachet48_jau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35. jeudi 26 nov., 12:30  |  Facebook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Rio Pop @RioPop225  |  Post photo  |  BOFU, faire acheter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Parents 25 à 45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Les fêtes approchent : vous avez prévu votre sachet de 48 ? 🎉🍭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De quoi servir tous les cousins au réveillon.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Disponible chez votre boutiquier : demandez Rio Pop 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4950000"/>
            <a:ext cx="525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#RioPop #RienNteStop #Fêtes2026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Demandez à votre boutiquier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48 sucettes, toute la famille servie.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Prisca Yao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FICTIF : document de test. Rien n'est publié ni programmé. Maquettes de visuels à produire par Koffi.</a:t>
            </a:r>
          </a:p>
        </p:txBody>
      </p:sp>
      <p:pic>
        <p:nvPicPr>
          <p:cNvPr id="3" name="Picture 2" descr="post36_famil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36. vendredi 27 nov., 18:00  |  TikTok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TOMY  |  Vidéo 15 s  |  TOFU, se faire connaître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13 à 17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⟦légende écrite le jour même, selon la tendance TikTok vérifiée (lien et date)⟧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4950000"/>
            <a:ext cx="525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#RioPop #TOMY #225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Selon le format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aucune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Koffi, Fatima (veille la veille)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FICTIF : document de test. Rien n'est publié ni programmé. Maquettes de visuels à produire par Koffi.</a:t>
            </a:r>
          </a:p>
        </p:txBody>
      </p:sp>
      <p:pic>
        <p:nvPicPr>
          <p:cNvPr id="3" name="Picture 2" descr="post37_langue_no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37. vendredi 27 nov., 19:00  |  Instagram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Rio Pop  |  Reel (reprise TikTok)  |  TOFU, se faire connaître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Ados 13 à 17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Ta langue de Noël, c'est quelle couleur ? 🎄👅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Montre-la en story avec #MontreTaLangueRioPop 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4950000"/>
            <a:ext cx="525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#MontreTaLangueRioPop #RioPop #RienNteStop #TOMY #Noël #Abidjan #225 #Babi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Fais le défi en story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Le défi passe en mode fêtes.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Prisca Yao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FICTIF : document de test. Rien n'est publié ni programmé. Maquettes de visuels à produire par Koffi.</a:t>
            </a:r>
          </a:p>
        </p:txBody>
      </p:sp>
      <p:pic>
        <p:nvPicPr>
          <p:cNvPr id="3" name="Picture 2" descr="post38_gnamakou_vide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38. samedi 28 nov., 12:30  |  Facebook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Unifood  |  Vidéo (reprise TikTok)  |  TOFU, se faire connaître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Adultes 20 à 45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Les matins frais sont là... Super Gnamakou réchauffe ! 🔥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Vous êtes plutôt menthe ou gingembre ? 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4950000"/>
            <a:ext cx="525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#SuperGnamakou #TOMY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Commentez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aucune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Prisca Yao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FICTIF : document de test. Rien n'est publié ni programmé. Maquettes de visuels à produire par Koffi.</a:t>
            </a:r>
          </a:p>
        </p:txBody>
      </p:sp>
      <p:pic>
        <p:nvPicPr>
          <p:cNvPr id="3" name="Picture 2" descr="post39_concour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39. dimanche 29 nov., 16:00  |  Facebook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Rio Pop @RioPop225  |  Post photo  |  MOFU, faire considérer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Parents 25 à 45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Gardez vos plus belles photos de fêtes Rio Pop 📸🎉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Un concours photo arrive après Noël. Règlement complet bientôt sur la page.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4950000"/>
            <a:ext cx="525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#RioPop #MaFêteRioPop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Abonnez-vous pour ne rien manquer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Préparez vos photos, on en reparle à Noël !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Prisca Yao (règlement ⟦à valider par le juridique⟧)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FICTIF : document de test. Rien n'est publié ni programmé. Maquettes de visuels à produire par Koffi.</a:t>
            </a:r>
          </a:p>
        </p:txBody>
      </p:sp>
      <p:pic>
        <p:nvPicPr>
          <p:cNvPr id="3" name="Picture 2" descr="post40_concour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40. dimanche 29 nov., 19:00  |  Instagram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Rio Pop  |  Post carré  |  MOFU, faire considérer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Parents 25 à 45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Concours photo en approche 📸🎉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Gardez vos plus belles photos de fêtes Rio Pop, le règlement arrive bientôt.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4950000"/>
            <a:ext cx="525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#RioPop #RienNteStop #MaFêteRioPop #Concours #Fêtes2026 #Abidjan #225 #Babi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Activez les notifications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aucune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Prisca Yao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FICTIF : document de test. Rien n'est publié ni programmé. Maquettes de visuels à produire par Koffi.</a:t>
            </a:r>
          </a:p>
        </p:txBody>
      </p:sp>
      <p:pic>
        <p:nvPicPr>
          <p:cNvPr id="3" name="Picture 2" descr="post41_famil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41. lundi 30 nov., 18:00  |  TikTok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TOMY  |  Vidéo 15 s  |  TOFU, se faire connaître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13 à 17 ans et jeunes adultes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Un mois sur TikTok, et vous avez tout coloré 🎨🍭❄️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Merci pour vos défis ! Décembre arrive, et ça va être encore plus fort.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4950000"/>
            <a:ext cx="525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#TOMY #RioPop #MontreTaLangueRioPop #225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Reste abonné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Vos meilleurs moments de novembre.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Koffi, Prisca Yao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FICTIF : document de test. Rien n'est publié ni programmé. Maquettes de visuels à produire par Koffi.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60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50046"/>
                </a:solidFill>
                <a:latin typeface="Baloo 2"/>
              </a:rPr>
              <a:t>Suite proposée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500000"/>
            <a:ext cx="110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B1B22"/>
                </a:solidFill>
                <a:latin typeface="Nunito"/>
              </a:rPr>
              <a:t>A. Vous validez le calendrier (ou vous me listez les posts à changer), et je prépare la programmation semaine par semaine. Rien ne part sans votre accord écrit, post par post.</a:t>
            </a:r>
          </a:p>
          <a:p>
            <a:r>
              <a:rPr sz="2000" b="0">
                <a:solidFill>
                  <a:srgbClr val="2B1B22"/>
                </a:solidFill>
                <a:latin typeface="Nunito"/>
              </a:rPr>
              <a:t/>
            </a:r>
          </a:p>
          <a:p>
            <a:r>
              <a:rPr sz="2000" b="0">
                <a:solidFill>
                  <a:srgbClr val="2B1B22"/>
                </a:solidFill>
                <a:latin typeface="Nunito"/>
              </a:rPr>
              <a:t>B. Vous me confirmez le numéro WhatsApp commercial et l'ouverture des comptes TikTok TOMY et Instagram Rio Pop, et je passe au calendrier de décembre (Noël, réveillon, concours photo).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