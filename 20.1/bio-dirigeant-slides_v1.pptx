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"/>
            <a:ext cx="320040" cy="6537960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9543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83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50046"/>
                </a:solidFill>
                <a:latin typeface="Baloo 2"/>
              </a:rPr>
              <a:t>Marque personnelle du DG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B1B22"/>
                </a:solidFill>
                <a:latin typeface="Nunito"/>
              </a:rPr>
              <a:t>Hassan Fakhry, directeur général [personne FICTIVE] · 16/10/2026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Ce qui est réel, ce qui est supposé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Réel : Unifood, Abidjan 1994, usines Koumassi et Lomé (2003), 100+ personnes (unifood.info)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Réel : marques TOMY (Rio Pop, Super Mint...) et SOSSA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FICTIF : le dirigeant, son parcours, ses objectifs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Aucune donnée sur une personne réelle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Positionnement proposé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« Le patron d'usine qui connaît les boutiques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Ton sobre, concret, chaleureux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Trois objectifs : incarner l'internalisation du marketing, rassurer la distribution, porter le récit industriel ivoirien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Aucune promesse chiffrée non validée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Bio courte et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Bio courte (moins de 200 car.) : Hassan Fakhry dirige Unifood, fabricant ivoirien de confiseries (Rio Pop, Super Mint) et de la mayonnaise Sossa, installé à Koumassi depuis 1994.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Pitch 30 s : « Vous ne connaissez peut-être pas notre nom, mais vous connaissez nos sucettes Rio Pop... »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Textes complets prêts à copier dans le Google Doc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Sujets de novembre 2026 [FICTIF]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Semaine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Sujet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unito"/>
                        </a:rPr>
                        <a:t>Format</a:t>
                      </a:r>
                    </a:p>
                  </a:txBody>
                  <a:tcPr>
                    <a:solidFill>
                      <a:srgbClr val="E500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02/11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Pourquoi nous internalisons le marketing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Post texte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09/11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32 ans à Koumassi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Post + archive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16/11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Le laboratoire qualité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Post + photo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23/11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Les demi-grossistes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Vidéo courte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30/11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Invitation fête de quartier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1B22"/>
                          </a:solidFill>
                          <a:latin typeface="Nunito"/>
                        </a:rPr>
                        <a:t>Post + visuel Koffi</a:t>
                      </a:r>
                    </a:p>
                  </a:txBody>
                  <a:tcPr>
                    <a:solidFill>
                      <a:srgbClr val="FFF8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50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FICTIF : document de test, chiffres internes inventés. Rien publié ni envoyé.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5897880"/>
            <a:ext cx="799517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73152"/>
          </a:xfrm>
          <a:prstGeom prst="rect">
            <a:avLst/>
          </a:prstGeom>
          <a:solidFill>
            <a:srgbClr val="FA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A. Caler les sujets du mois et rédiger les 5 posts de novembre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B. Sur accord : bio et pitch adaptés pour un organisateur ou un média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C. Sur accord : publication des posts validés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1B22"/>
                </a:solidFill>
                <a:latin typeface="Nunito"/>
              </a:rPr>
              <a:t>• Rien n'est publié ni envoyé sans accord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