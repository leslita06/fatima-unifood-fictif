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0"/>
            <a:ext cx="5852160" cy="6858000"/>
          </a:xfrm>
          <a:prstGeom prst="rect">
            <a:avLst/>
          </a:prstGeom>
        </p:spPr>
      </p:pic>
      <p:pic>
        <p:nvPicPr>
          <p:cNvPr id="4" name="Picture 3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CAMPAGNE DIGITALE · JEUNES 18-30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Montserrat"/>
              </a:rPr>
              <a:t>Ton talent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Montserrat"/>
              </a:rPr>
              <a:t>a du réseau.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1206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Faire de MTN la scène des talents d’Abidjan sur TikTok, Instagram et Facebook.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Proposition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L’idée de départ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200400" cy="33832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qu’on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6517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À Abidjan, des milliers de jeunes créent chaque jour : ils dansent, chantent, font rire, dessinent, cuisinent, coiffent. Leur problème n’est pas le talent, c’est d’être vus.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37360"/>
            <a:ext cx="3200400" cy="33832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qu’ils pensent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26517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« Les marques me parlent de forfaits. Moi, je veux qu’on me donne une chance.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737360"/>
            <a:ext cx="3200400" cy="33832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Le rôle de MTN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91840"/>
            <a:ext cx="26517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Être la marque qui met ces talents en lumière. Le réseau ne sert plus seulement à appeler : il sert à se faire connaître.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3</a:t>
            </a:r>
          </a:p>
        </p:txBody>
      </p:sp>
      <p:pic>
        <p:nvPicPr>
          <p:cNvPr id="5" name="Picture 4" descr="cr_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LE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25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MTN devient la scène des talents d’Abidjan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72542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1. Tu montres.</a:t>
            </a:r>
            <a:r>
              <a:rPr sz="1500" b="0">
                <a:solidFill>
                  <a:srgbClr val="000000"/>
                </a:solidFill>
                <a:latin typeface="Montserrat"/>
              </a:rPr>
              <a:t> Un jeune publie 15 secondes de son talent sur TikTok ou Instagram avec #TonTalentADuRéseau.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2. On partage.</a:t>
            </a:r>
            <a:r>
              <a:rPr sz="1500" b="0">
                <a:solidFill>
                  <a:srgbClr val="000000"/>
                </a:solidFill>
                <a:latin typeface="Montserrat"/>
              </a:rPr>
              <a:t> Chaque vendredi, MTN met en avant les meilleurs sur ses propres comptes : « Le talent du vendredi ».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3. Tu montes.</a:t>
            </a:r>
            <a:r>
              <a:rPr sz="1500" b="0">
                <a:solidFill>
                  <a:srgbClr val="000000"/>
                </a:solidFill>
                <a:latin typeface="Montserrat"/>
              </a:rPr>
              <a:t> En fin de campagne, une sélection est invitée à un tournage professionnel et à une scène finale à Abidjan.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709160"/>
            <a:ext cx="725424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709160"/>
            <a:ext cx="679704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Pourquoi ça attire vers MTN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la participation passe par la data mobile, et les gagnants découvrent les services de la marque.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B05"/>
                </a:solidFill>
                <a:latin typeface="Montserrat"/>
              </a:rPr>
              <a:t>LE SLOGAN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CB05"/>
                </a:solidFill>
                <a:latin typeface="Montserrat"/>
              </a:rPr>
              <a:t>Ton talent a du réseau.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96012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Le double sens fait tout : </a:t>
            </a:r>
            <a:r>
              <a:rPr sz="1700" b="1">
                <a:solidFill>
                  <a:srgbClr val="FFFFFF"/>
                </a:solidFill>
                <a:latin typeface="Montserrat"/>
              </a:rPr>
              <a:t>le réseau MTN</a:t>
            </a:r>
            <a:r>
              <a:rPr sz="1700" b="0">
                <a:solidFill>
                  <a:srgbClr val="FFFFFF"/>
                </a:solidFill>
                <a:latin typeface="Montserrat"/>
              </a:rPr>
              <a:t> qui porte ta vidéo, et </a:t>
            </a:r>
            <a:r>
              <a:rPr sz="1700" b="1">
                <a:solidFill>
                  <a:srgbClr val="FFFFFF"/>
                </a:solidFill>
                <a:latin typeface="Montserrat"/>
              </a:rPr>
              <a:t>le réseau de gens</a:t>
            </a:r>
            <a:r>
              <a:rPr sz="1700" b="0">
                <a:solidFill>
                  <a:srgbClr val="FFFFFF"/>
                </a:solidFill>
                <a:latin typeface="Montserrat"/>
              </a:rPr>
              <a:t> qui va enfin te découvrir.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Mot-dièse de campagne : </a:t>
            </a:r>
            <a:r>
              <a:rPr sz="1700" b="1">
                <a:solidFill>
                  <a:srgbClr val="FFFFFF"/>
                </a:solidFill>
                <a:latin typeface="Montserrat"/>
              </a:rPr>
              <a:t>#TonTalentADuRéseau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B05"/>
                </a:solidFill>
                <a:latin typeface="Montserrat"/>
              </a:rPr>
              <a:t>DÉCLINAISONS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3200400" cy="7315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Ton rire a du réseau.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572000"/>
            <a:ext cx="3200400" cy="7315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Ta danse a du réseau.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572000"/>
            <a:ext cx="3200400" cy="7315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Ta cuisine a du réseau.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5</a:t>
            </a:r>
          </a:p>
        </p:txBody>
      </p:sp>
      <p:pic>
        <p:nvPicPr>
          <p:cNvPr id="6" name="Picture 5" descr="ad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034665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40505" y="457200"/>
            <a:ext cx="6322695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CONTENU 1 · LANCEMENT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0505" y="777240"/>
            <a:ext cx="769429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film manifeste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0505" y="146304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505" y="1645920"/>
            <a:ext cx="76942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Vidéo 30 s · TikTok, Reels, Facebook, YouTube Shorts · format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505" y="2240280"/>
            <a:ext cx="7694295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qu’on voit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une suite de plans rapides tournés dans la ville. Une danseuse à Yopougon, un humoriste au maquis, un dessinateur sur un trottoir du Plateau, une cuisinière à Adjamé.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voix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Abidjan est plein de talents. Il leur manquait juste du réseau. »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fin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logo MTN, « Ton talent a du réseau. », puis l’appel à publier sa vidéo.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0505" y="4846320"/>
            <a:ext cx="7694295" cy="6400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9105" y="4846320"/>
            <a:ext cx="7237095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Objectif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Faire connaître la campagne · publicité payante ciblée 18-30 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6</a:t>
            </a:r>
          </a:p>
        </p:txBody>
      </p:sp>
      <p:pic>
        <p:nvPicPr>
          <p:cNvPr id="6" name="Picture 5" descr="a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034665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40505" y="457200"/>
            <a:ext cx="6322695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CONTENU 2 ·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0505" y="777240"/>
            <a:ext cx="769429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défi des 15 secondes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0505" y="146304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505" y="1645920"/>
            <a:ext cx="76942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Défi TikTok · lancé par 3 à 5 créateurs abidjanais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505" y="2240280"/>
            <a:ext cx="7694295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règle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15 secondes pour montrer ton talent, avec le son de la campagne et #TonTalentADuRéseau.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 coup d’envoi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des créateurs locaux reconnus ouvrent le défi chacun dans leur style, et défient un autre créateur.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récompense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les meilleures vidéos sont reprises par MTN chaque vendredi, et les finalistes gagnent un tournage professionnel.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0505" y="4846320"/>
            <a:ext cx="7694295" cy="6400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9105" y="4846320"/>
            <a:ext cx="7237095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Objectif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Faire participer · c’est le cœur de la campagne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7</a:t>
            </a:r>
          </a:p>
        </p:txBody>
      </p:sp>
      <p:pic>
        <p:nvPicPr>
          <p:cNvPr id="6" name="Picture 5" descr="ad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315968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21808" y="457200"/>
            <a:ext cx="5041392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CONTENU 3 · FIDÉLISATION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808" y="777240"/>
            <a:ext cx="6412992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talent du vendredi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146304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1808" y="1645920"/>
            <a:ext cx="6412992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Série hebdomadaire · Facebook et Instagram · visuel + vidéo de 45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240280"/>
            <a:ext cx="6412992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 principe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chaque vendredi, un portrait d’un jeune repéré grâce au défi : son quartier, son talent, son rêve.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 lien avec MTN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il raconte comment son téléphone lui sert à créer, publier, se faire payer par MoMo.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Pourquoi ça marche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les quartiers partagent « leur » talent ; chaque épisode relance la participation.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4846320"/>
            <a:ext cx="6412992" cy="6400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0408" y="4846320"/>
            <a:ext cx="5955792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Objectif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Faire revenir chaque semaine et ancrer MTN dans la vie des jeunes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déroulé sur 6 semaines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Semaine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Film manifeste en publicité payante. Teasers des créateurs.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Semaines 2 à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Faire participer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Défi des 15 secondes. Relances des créateurs. Premiers « Talent du vendredi ».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59" y="18288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59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Semaine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9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39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Sélectionner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39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Le public vote parmi les finalistes en commentaire et en story.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19" y="18288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Semaine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19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Célébrer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799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Tournage des gagnants et scène finale filmée, diffusée en direct.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Comment on saura que ça 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objectifs chiffrés se fixent avec MTN, à partir de ses résultats habituels.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Participation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Nombre de vidéos publiées avec #TonTalentADuRéseau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19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Visibilité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19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Vues du film et du défi, portée auprès des 18-30 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Commentaires, partages, identifications d’amis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19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Attirance vers MTN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Abonnés gagnés, visites vers les offres jeunes, ouvertures de compte MoMo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À valider avec MTN avant de 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987552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L’offre qui accompagne la campagne.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Un bonus de data ou un forfait jeune pour participer donnerait une vraie raison de choisir MTN. À définir avec l’équipe commerciale.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 règlement du défi.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Conditions de participation, âge minimum, sélection des gagnants : à faire relire par le juridique.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droits sur les vidéos.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Autorisation écrite de chaque participant avant toute reprise sur les comptes MTN.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créateurs.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Choix des 3 à 5 créateurs de lancement, et leurs conditions.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 budget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 publicité payante et de production, et la date de lancement.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