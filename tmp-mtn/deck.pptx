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4" name="Picture 3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164592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94560"/>
            <a:ext cx="493776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000000"/>
                </a:solidFill>
                <a:latin typeface="Montserrat"/>
              </a:rPr>
              <a:t>5 idées de publications</a:t>
            </a:r>
          </a:p>
          <a:p>
            <a:pPr algn="l">
              <a:spcAft>
                <a:spcPts val="400"/>
              </a:spcAft>
            </a:pPr>
            <a:r>
              <a:rPr sz="3400" b="1">
                <a:solidFill>
                  <a:srgbClr val="000000"/>
                </a:solidFill>
                <a:latin typeface="Montserrat"/>
              </a:rPr>
              <a:t>pour faire réagir les jeunes d’Abidjan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475488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Facebook et TikTok ·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Idées de publications Facebook et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Le principe : faire parler, pas seulement liker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200400" cy="329184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CB05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6517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Parler comme Abidjan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65176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Des situations que tout le monde a vécues : le 5 du mois, le gbaka, les messages de maman, la rivalité entre communes.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737360"/>
            <a:ext cx="3200400" cy="329184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828800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CB05"/>
                </a:solidFill>
                <a:latin typeface="Montserra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651760"/>
            <a:ext cx="26517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Une question à chaque 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291840"/>
            <a:ext cx="265176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Chaque publication finit par une question simple qui donne envie de répondre et d’identifier un ami.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737360"/>
            <a:ext cx="3200400" cy="329184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828800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CB05"/>
                </a:solidFill>
                <a:latin typeface="Montserrat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51760"/>
            <a:ext cx="26517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La marque en filigrane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291840"/>
            <a:ext cx="265176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On ne vend pas dans chaque post. MTN reste la marque qui comprend les gens d’ici ; l’offre vient quand elle a sa 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_p1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05840" cy="10058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00584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Montserrat"/>
              </a:rPr>
              <a:t>1</a:t>
            </a:r>
          </a:p>
        </p:txBody>
      </p:sp>
      <p:pic>
        <p:nvPicPr>
          <p:cNvPr id="5" name="Picture 4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Idées de publications Facebook et TikTok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11480"/>
            <a:ext cx="5791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IDÉE 1 · TIKTOK · VIDÉO FACEBOOK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731520"/>
            <a:ext cx="70713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Le 25 du mois vs le 5 du mois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00200"/>
            <a:ext cx="707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Montserrat"/>
              </a:rPr>
              <a:t>Sketch en deux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707136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Le 25 :</a:t>
            </a:r>
            <a:r>
              <a:rPr sz="1500" b="0">
                <a:solidFill>
                  <a:srgbClr val="000000"/>
                </a:solidFill>
                <a:latin typeface="Montserrat"/>
              </a:rPr>
              <a:t> il est roi au maquis, il paie pour tout le monde.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Le 5 :</a:t>
            </a:r>
            <a:r>
              <a:rPr sz="1500" b="0">
                <a:solidFill>
                  <a:srgbClr val="000000"/>
                </a:solidFill>
                <a:latin typeface="Montserrat"/>
              </a:rPr>
              <a:t> il « oublie » son portefeuille et appelle ses amis en mode « c’est comment ? ».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La chute :</a:t>
            </a:r>
            <a:r>
              <a:rPr sz="1500" b="0">
                <a:solidFill>
                  <a:srgbClr val="000000"/>
                </a:solidFill>
                <a:latin typeface="Montserrat"/>
              </a:rPr>
              <a:t> il s’envoie lui-même de l’argent par MoMo pour tenir jusqu’au salaire.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617720"/>
            <a:ext cx="7071360" cy="8686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617720"/>
            <a:ext cx="6614160" cy="868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Question en légende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« Toi tu es en mode 25 ou en mode 5 aujourd’hui ?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_p2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05840" cy="10058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00584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Montserrat"/>
              </a:rPr>
              <a:t>2</a:t>
            </a:r>
          </a:p>
        </p:txBody>
      </p:sp>
      <p:pic>
        <p:nvPicPr>
          <p:cNvPr id="5" name="Picture 4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Idées de publications Facebook et TikTok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11480"/>
            <a:ext cx="5791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IDÉE 2 · FACEBOOK · CARROUSEL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731520"/>
            <a:ext cx="70713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Le gbê de la semaine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00200"/>
            <a:ext cx="707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Montserrat"/>
              </a:rPr>
              <a:t>Vote du public en commentaire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707136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Chaque semaine, trois situations que tout Abidjan connaît : le gbaka qui dit « on part » depuis 40 minutes, le voisin qui partage la connexion sans prévenir, la tantie qui envoie « tu es où ? » quatre fois.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Le public vote pour la pire. La situation gagnante devient le visuel de la semaine suivante.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617720"/>
            <a:ext cx="7071360" cy="8686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617720"/>
            <a:ext cx="6614160" cy="868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Question en légende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« Laquelle t’a déjà fait souffrir ? Vote en commentaire.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_p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05840" cy="10058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00584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Montserrat"/>
              </a:rPr>
              <a:t>3</a:t>
            </a:r>
          </a:p>
        </p:txBody>
      </p:sp>
      <p:pic>
        <p:nvPicPr>
          <p:cNvPr id="5" name="Picture 4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Idées de publications Facebook et TikTok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11480"/>
            <a:ext cx="5791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IDÉE 3 · TIKTOK · DUO ET RÉPONSE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731520"/>
            <a:ext cx="70713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Traduis ce message de ta maman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00200"/>
            <a:ext cx="707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Montserrat"/>
              </a:rPr>
              <a:t>Format participatif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707136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On affiche un message typique de maman ivoirienne : « Rappelle-moi. C’est rien. »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Les jeunes répondent en duo avec leur traduction.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Très partageable, aucun produit à montrer : MTN reste la marque qui comprend les gens d’ici.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617720"/>
            <a:ext cx="7071360" cy="8686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617720"/>
            <a:ext cx="6614160" cy="868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Question en légende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« Ta maman t’a déjà envoyé ça ? Traduis-nous en duo.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_p4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05840" cy="10058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00584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Montserrat"/>
              </a:rPr>
              <a:t>4</a:t>
            </a:r>
          </a:p>
        </p:txBody>
      </p:sp>
      <p:pic>
        <p:nvPicPr>
          <p:cNvPr id="5" name="Picture 4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Idées de publications Facebook et TikTok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11480"/>
            <a:ext cx="5791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IDÉE 4 · TIKTOK · MICRO-TROTTOIR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731520"/>
            <a:ext cx="70713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Explique sans dire le mot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00200"/>
            <a:ext cx="707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Montserrat"/>
              </a:rPr>
              <a:t>Défi tourné dans la 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707136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Des jeunes à Cocody, Yopougon, Treichville doivent faire deviner « crédit », « réseau » ou « MoMo » sans prononcer le mot. Le nouchi est autorisé.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Les ratés font le contenu.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On invite les abonnés à refaire le défi avec le mot-dièse de la campagne.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617720"/>
            <a:ext cx="7071360" cy="8686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617720"/>
            <a:ext cx="6614160" cy="868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Question en légende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« À toi : explique “forfait” sans dire le mot.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_p5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05840" cy="10058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00584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Montserrat"/>
              </a:rPr>
              <a:t>5</a:t>
            </a:r>
          </a:p>
        </p:txBody>
      </p:sp>
      <p:pic>
        <p:nvPicPr>
          <p:cNvPr id="5" name="Picture 4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Idées de publications Facebook et TikTok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11480"/>
            <a:ext cx="5791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IDÉE 5 · FACEBOOK ET TIKTOK · SÉRIE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731520"/>
            <a:ext cx="70713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Ton quartier, ton super-pouvoir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00200"/>
            <a:ext cx="707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Montserrat"/>
              </a:rPr>
              <a:t>Une commune par épisode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707136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Chaque commune a son super-pouvoir. Yop, c’est l’enjaillement. Le Plateau, la cravate sous 35 degrés. Abobo, la débrouille.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Les rivalités entre quartiers font tourner la publication.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617720"/>
            <a:ext cx="7071360" cy="8686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617720"/>
            <a:ext cx="6614160" cy="868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Question en légende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« Et ta commune, c’est quoi son pouvoir ?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Idées de publications Facebook et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Pour que ça marche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9875520" cy="3840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Doser le nouchi.</a:t>
            </a:r>
            <a:r>
              <a:rPr sz="1600" b="0">
                <a:solidFill>
                  <a:srgbClr val="000000"/>
                </a:solidFill>
                <a:latin typeface="Montserrat"/>
              </a:rPr>
              <a:t> Trop forcé, ça sonne « marque qui fait semblant ». On garde des mots que tout le monde connaît.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Tourner avec de vrais Abidjanais.</a:t>
            </a:r>
            <a:r>
              <a:rPr sz="1600" b="0">
                <a:solidFill>
                  <a:srgbClr val="000000"/>
                </a:solidFill>
                <a:latin typeface="Montserrat"/>
              </a:rPr>
              <a:t> Des créateurs locaux et des décors reconnaissables : maquis, gbaka, rue de quartier.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Répondre aux commentaires.</a:t>
            </a:r>
            <a:r>
              <a:rPr sz="1600" b="0">
                <a:solidFill>
                  <a:srgbClr val="000000"/>
                </a:solidFill>
                <a:latin typeface="Montserrat"/>
              </a:rPr>
              <a:t> Sur ces formats, la conversation sous le post compte autant que le post lui-même.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Une offre seulement quand elle colle à l’histoire.</a:t>
            </a:r>
            <a:r>
              <a:rPr sz="1600" b="0">
                <a:solidFill>
                  <a:srgbClr val="000000"/>
                </a:solidFill>
                <a:latin typeface="Montserrat"/>
              </a:rPr>
              <a:t> Le 5 du mois appelle naturellement MoMo ou un forfait ; le reste reste du divertissement.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Faire valider chaque contenu</a:t>
            </a:r>
            <a:r>
              <a:rPr sz="1600" b="0">
                <a:solidFill>
                  <a:srgbClr val="000000"/>
                </a:solidFill>
                <a:latin typeface="Montserrat"/>
              </a:rPr>
              <a:t> avant publication par l’équipe de la marque.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