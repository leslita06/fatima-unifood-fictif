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jpg"/><Relationship Id="rId8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39.png"/><Relationship Id="rId6" Type="http://schemas.openxmlformats.org/officeDocument/2006/relationships/image" Target="../media/image57.png"/><Relationship Id="rId7" Type="http://schemas.openxmlformats.org/officeDocument/2006/relationships/image" Target="../media/image58.jpg"/><Relationship Id="rId8" Type="http://schemas.openxmlformats.org/officeDocument/2006/relationships/image" Target="../media/image44.jpg"/><Relationship Id="rId9" Type="http://schemas.openxmlformats.org/officeDocument/2006/relationships/image" Target="../media/image45.jpg"/><Relationship Id="rId10" Type="http://schemas.openxmlformats.org/officeDocument/2006/relationships/image" Target="../media/image47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8.jpg"/><Relationship Id="rId4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5.jpg"/><Relationship Id="rId4" Type="http://schemas.openxmlformats.org/officeDocument/2006/relationships/image" Target="../media/image4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9.jpg"/><Relationship Id="rId4" Type="http://schemas.openxmlformats.org/officeDocument/2006/relationships/image" Target="../media/image6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2.png"/><Relationship Id="rId7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6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62.png"/><Relationship Id="rId5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20000" y="0"/>
            <a:ext cx="5172119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ble_ibi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000" y="1889817"/>
            <a:ext cx="4236119" cy="30783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10" name="Picture 9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184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4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2" name="Picture 11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184000"/>
            <a:ext cx="324000" cy="3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28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4" name="Picture 13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184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12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5976000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23 textes sur 25 sans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Ce qu’on ne voit 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: 3 fois plus de réactions, moins d’abonnés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3" name="Picture 1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5" name="Picture 1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7" name="Picture 1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aplast0.jpg"/>
          <p:cNvPicPr>
            <a:picLocks noChangeAspect="1"/>
          </p:cNvPicPr>
          <p:nvPr/>
        </p:nvPicPr>
        <p:blipFill>
          <a:blip r:embed="rId7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36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3" name="Picture 2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5" name="Picture 2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27" name="Picture 2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lastica1.jpg"/>
          <p:cNvPicPr>
            <a:picLocks noChangeAspect="1"/>
          </p:cNvPicPr>
          <p:nvPr/>
        </p:nvPicPr>
        <p:blipFill>
          <a:blip r:embed="rId8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80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3" name="Picture 3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35" name="Picture 3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37" name="Picture 3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 beau catalogue, mais rien qui pousse à 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déjà vus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LE MIX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3 : un mix de scènes de vie et de produits en grand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v3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2412000" cy="2412000"/>
          </a:xfrm>
          <a:prstGeom prst="rect">
            <a:avLst/>
          </a:prstGeom>
        </p:spPr>
      </p:pic>
      <p:pic>
        <p:nvPicPr>
          <p:cNvPr id="11" name="Picture 10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512000"/>
            <a:ext cx="1929600" cy="2412000"/>
          </a:xfrm>
          <a:prstGeom prst="rect">
            <a:avLst/>
          </a:prstGeom>
        </p:spPr>
      </p:pic>
      <p:pic>
        <p:nvPicPr>
          <p:cNvPr id="12" name="Picture 11" descr="v2_abreuvo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1200" y="1512000"/>
            <a:ext cx="1929600" cy="2412000"/>
          </a:xfrm>
          <a:prstGeom prst="rect">
            <a:avLst/>
          </a:prstGeom>
        </p:spPr>
      </p:pic>
      <p:pic>
        <p:nvPicPr>
          <p:cNvPr id="13" name="Picture 12" descr="v3_olivi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00" y="4104000"/>
            <a:ext cx="2412000" cy="2412000"/>
          </a:xfrm>
          <a:prstGeom prst="rect">
            <a:avLst/>
          </a:prstGeom>
        </p:spPr>
      </p:pic>
      <p:pic>
        <p:nvPicPr>
          <p:cNvPr id="14" name="Picture 13" descr="v2_ibiz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200" y="4104000"/>
            <a:ext cx="1929600" cy="2412000"/>
          </a:xfrm>
          <a:prstGeom prst="rect">
            <a:avLst/>
          </a:prstGeom>
        </p:spPr>
      </p:pic>
      <p:pic>
        <p:nvPicPr>
          <p:cNvPr id="15" name="Picture 14" descr="v3_tiroir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4104000"/>
            <a:ext cx="2412000" cy="241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32000" y="1512000"/>
            <a:ext cx="3096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84E0E"/>
                </a:solidFill>
                <a:latin typeface="Arial"/>
              </a:rPr>
              <a:t>Ce qui change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Une publication sur deux montre une personne : on s’y reconnaît.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L’autre montre le produit en grand, sur une couleur franche.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111111"/>
                </a:solidFill>
                <a:latin typeface="Arial"/>
              </a:rPr>
              <a:t>Un titre court, un numéro WhatsApp en grand.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Arial"/>
              </a:rPr>
              <a:t>Photos de personnes : illustrations à remplacer par vos clients (avec leur accord).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2600"/>
            <a:ext cx="11304000" cy="5086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pan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319" y="1440000"/>
            <a:ext cx="9799361" cy="511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319" y="1440000"/>
            <a:ext cx="9799361" cy="511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oliv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71440"/>
            <a:ext cx="11304000" cy="504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ibiz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319" y="1440000"/>
            <a:ext cx="9799361" cy="511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la publication telle qu’elle apparaîtrait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pic>
        <p:nvPicPr>
          <p:cNvPr id="10" name="Picture 9" descr="cmp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2600"/>
            <a:ext cx="11304000" cy="5086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VERSION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Version 2 : on arrête de montrer, on raconte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-hour-7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79" y="2058480"/>
            <a:ext cx="383040" cy="38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Une scène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Une situation vécue : la coupure d’eau, le matin d’école, le dimanche.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parkle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79" y="2058480"/>
            <a:ext cx="383040" cy="38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parti pris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Un fond de couleur franche, un produit en grand, une phrase qui accroche.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08000"/>
            <a:ext cx="684000" cy="684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479" y="2058480"/>
            <a:ext cx="383040" cy="38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jeu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Sondage de couleurs, question aux éleveurs : on fait répondre.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259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08000"/>
            <a:ext cx="684000" cy="68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nd-whatsap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479" y="2058480"/>
            <a:ext cx="383040" cy="38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736000"/>
            <a:ext cx="2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Arial"/>
              </a:rPr>
              <a:t>Un seul geste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131999"/>
            <a:ext cx="2196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Commander sur WhatsApp, avec le numéro en très gros.</a:t>
            </a:r>
          </a:p>
        </p:txBody>
      </p:sp>
      <p:pic>
        <p:nvPicPr>
          <p:cNvPr id="30" name="Picture 29" descr="v2_cuve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600" y="4428000"/>
            <a:ext cx="1612799" cy="2015999"/>
          </a:xfrm>
          <a:prstGeom prst="rect">
            <a:avLst/>
          </a:prstGeom>
        </p:spPr>
      </p:pic>
      <p:pic>
        <p:nvPicPr>
          <p:cNvPr id="31" name="Picture 30" descr="v2_pani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600" y="4428000"/>
            <a:ext cx="1612799" cy="2015999"/>
          </a:xfrm>
          <a:prstGeom prst="rect">
            <a:avLst/>
          </a:prstGeom>
        </p:spPr>
      </p:pic>
      <p:pic>
        <p:nvPicPr>
          <p:cNvPr id="32" name="Picture 31" descr="v2_abreuvoi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5600" y="4428000"/>
            <a:ext cx="1612799" cy="2015999"/>
          </a:xfrm>
          <a:prstGeom prst="rect">
            <a:avLst/>
          </a:prstGeom>
        </p:spPr>
      </p:pic>
      <p:pic>
        <p:nvPicPr>
          <p:cNvPr id="33" name="Picture 32" descr="v2_ibiza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600" y="4428000"/>
            <a:ext cx="1612799" cy="2015999"/>
          </a:xfrm>
          <a:prstGeom prst="rect">
            <a:avLst/>
          </a:prstGeom>
        </p:spPr>
      </p:pic>
      <p:pic>
        <p:nvPicPr>
          <p:cNvPr id="34" name="Picture 33" descr="v2_tiroir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9600" y="4428000"/>
            <a:ext cx="1612799" cy="2015999"/>
          </a:xfrm>
          <a:prstGeom prst="rect">
            <a:avLst/>
          </a:prstGeom>
        </p:spPr>
      </p:pic>
      <p:pic>
        <p:nvPicPr>
          <p:cNvPr id="35" name="Picture 34" descr="v2_choco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1600" y="4428000"/>
            <a:ext cx="1612799" cy="20159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1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besoin, puis le produit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cuv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Cuves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Le besoin d’abord : la coupure d’eau, avec les vraies contenances.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pani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Panier Flora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Votre meilleure publication, en couleur pleine et sans texte parasite.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2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Faire parler la 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abreuvo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Abreuvoir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On parle aux éleveurs, avec leurs mots : « poulets assoiffés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ibi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et chaises Ibiza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sondage de couleurs pour faire commenter.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VERSION 2 · 3 SUR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Raconter une scène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2_tiroi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1755000"/>
            <a:ext cx="3528000" cy="44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92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Tiroirs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Une scène que tous les parents connaissent à 6 h 45.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548000"/>
            <a:ext cx="5364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2_choc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1755000"/>
            <a:ext cx="3528000" cy="441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08000" y="1800000"/>
            <a:ext cx="144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Table Choco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8000" y="2520000"/>
            <a:ext cx="1440000" cy="34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Un effet de surprise pour lancer la nouveauté.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23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24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