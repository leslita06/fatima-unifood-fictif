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 : J’aime médians ÷ abonnés (%)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AE172A"/>
              </a:solidFill>
            </c:spPr>
          </c:dPt>
          <c:cat>
            <c:strRef>
              <c:f>Sheet1!$A$2:$A$5</c:f>
              <c:strCache>
                <c:ptCount val="4"/>
                <c:pt idx="0">
                  <c:v>Gandour</c:v>
                </c:pt>
                <c:pt idx="1">
                  <c:v>Kaera</c:v>
                </c:pt>
                <c:pt idx="2">
                  <c:v>SIVOP</c:v>
                </c:pt>
                <c:pt idx="3">
                  <c:v>Dream Cosmetics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</c:v>
                </c:pt>
                <c:pt idx="1">
                  <c:v>0.07</c:v>
                </c:pt>
                <c:pt idx="2">
                  <c:v>0.11</c:v>
                </c:pt>
                <c:pt idx="3">
                  <c:v>0.38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gamme (nombre de publications)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dPt>
            <c:idx val="4"/>
            <c:spPr>
              <a:solidFill>
                <a:srgbClr val="B9B9B9"/>
              </a:solidFill>
            </c:spPr>
          </c:dPt>
          <c:dPt>
            <c:idx val="5"/>
            <c:spPr>
              <a:solidFill>
                <a:srgbClr val="AE172A"/>
              </a:solidFill>
            </c:spPr>
          </c:dPt>
          <c:cat>
            <c:strRef>
              <c:f>Sheet1!$A$2:$A$7</c:f>
              <c:strCache>
                <c:ptCount val="6"/>
                <c:pt idx="0">
                  <c:v>Always Young (1)</c:v>
                </c:pt>
                <c:pt idx="1">
                  <c:v>Dr Wang (1)</c:v>
                </c:pt>
                <c:pt idx="2">
                  <c:v>Sans gamme nommée (7)</c:v>
                </c:pt>
                <c:pt idx="3">
                  <c:v>Cocopulp (2)</c:v>
                </c:pt>
                <c:pt idx="4">
                  <c:v>Day by Day (4)</c:v>
                </c:pt>
                <c:pt idx="5">
                  <c:v>Babymed (8)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</c:v>
                </c:pt>
                <c:pt idx="1">
                  <c:v>46</c:v>
                </c:pt>
                <c:pt idx="2">
                  <c:v>52</c:v>
                </c:pt>
                <c:pt idx="3">
                  <c:v>1724</c:v>
                </c:pt>
                <c:pt idx="4">
                  <c:v>112</c:v>
                </c:pt>
                <c:pt idx="5">
                  <c:v>216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Relationship Id="rId5" Type="http://schemas.openxmlformats.org/officeDocument/2006/relationships/image" Target="../media/image45.jpg"/><Relationship Id="rId6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Relationship Id="rId4" Type="http://schemas.openxmlformats.org/officeDocument/2006/relationships/image" Target="../media/image51.png"/><Relationship Id="rId5" Type="http://schemas.openxmlformats.org/officeDocument/2006/relationships/image" Target="../media/image46.jp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1.png"/><Relationship Id="rId5" Type="http://schemas.openxmlformats.org/officeDocument/2006/relationships/image" Target="../media/image47.jpg"/><Relationship Id="rId6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Relationship Id="rId4" Type="http://schemas.openxmlformats.org/officeDocument/2006/relationships/image" Target="../media/image51.png"/><Relationship Id="rId5" Type="http://schemas.openxmlformats.org/officeDocument/2006/relationships/image" Target="../media/image48.jpg"/><Relationship Id="rId6" Type="http://schemas.openxmlformats.org/officeDocument/2006/relationships/image" Target="../media/image5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Relationship Id="rId4" Type="http://schemas.openxmlformats.org/officeDocument/2006/relationships/image" Target="../media/image51.png"/><Relationship Id="rId5" Type="http://schemas.openxmlformats.org/officeDocument/2006/relationships/image" Target="../media/image49.jpg"/><Relationship Id="rId6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jpg"/><Relationship Id="rId4" Type="http://schemas.openxmlformats.org/officeDocument/2006/relationships/image" Target="../media/image51.png"/><Relationship Id="rId5" Type="http://schemas.openxmlformats.org/officeDocument/2006/relationships/image" Target="../media/image1.jp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8.jpg"/><Relationship Id="rId4" Type="http://schemas.openxmlformats.org/officeDocument/2006/relationships/image" Target="../media/image43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1.png"/><Relationship Id="rId6" Type="http://schemas.openxmlformats.org/officeDocument/2006/relationships/image" Target="../media/image64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5.jpg"/><Relationship Id="rId4" Type="http://schemas.openxmlformats.org/officeDocument/2006/relationships/image" Target="../media/image13.png"/><Relationship Id="rId5" Type="http://schemas.openxmlformats.org/officeDocument/2006/relationships/image" Target="../media/image60.png"/><Relationship Id="rId6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944000"/>
          <a:ext cx="5256000" cy="381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Instagram : J’aime médians ÷ abonnés (%)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944000"/>
          <a:ext cx="5760000" cy="410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gamme (nombre de publications)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w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87100"/>
            <a:ext cx="3456000" cy="40338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alway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texte en français, d’abord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visage et le produit, côte à côte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laquelle on répond en 1 mot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soir, on se démaquille, on applique, on souffle. 2 minutes pour soi. 🤍
La crème Always Young s’applique en fin de journée, sur peau propre.
 Vous, c’est le matin ou le soir ? Dites-le 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hom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3 étapes écrites dans le post, pas cachées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montré, avec son nom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fait compter : réponse facile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Messieurs, après la douche : 1. on sèche bien, 2. on hydrate, 3. on parfume. 💧
Le gel douche Day by Day Men fait la première étape pour vous.
 Vous en faites combien sur les 3 ? 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donne la réponse, pas une devinette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conseil utile, qu’on a envie de partager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en appui, pas en vedette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Vos boutons reviennent ? Regardez votre taie d’oreiller. 😴
Elle touche votre visage 8 heures par nuit. Changez-la chaque semaine, et nettoyez votre peau matin et soir.
 Vous la changez tous les combien ? 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parfu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L’humour d’origine gardé, en plus court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homme et le flacon, bien visibles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Elle dit qu’elle « emprunte ». On sait tous que c’est faux. 💙
L’eau de Cologne Day by Day Men, fraîche toute la journée.
 Identifiez celle qui vous pique votre parfum 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carot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vrai choix au lieu d’une phrase vague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femme qui applique, pas un pot seul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Deux camps : tout le monde peut répondre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Team pommade ou team lait ? 🥕
La gamme Carowhite à l’huile de carotte existe dans les deux.
 Votre camp en commentaire 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eb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parle de la gamme qui marche le mieux chez vous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mère et son bébé, une scène vraie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mamans répondent entre elles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bain, un massage, la pommade. Bébé dort. 🤍
La Pommade Nourrissante Babymed, au beurre de karité.
 Mamans, votre astuce pour le coucher ? 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alw_2.jpg"/>
          <p:cNvPicPr>
            <a:picLocks noChangeAspect="1"/>
          </p:cNvPicPr>
          <p:nvPr/>
        </p:nvPicPr>
        <p:blipFill>
          <a:blip r:embed="rId3"/>
          <a:srcRect l="6530" r="6530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orld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by-carriag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pin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ideo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baby_9.jpg"/>
          <p:cNvPicPr>
            <a:picLocks noChangeAspect="1"/>
          </p:cNvPicPr>
          <p:nvPr/>
        </p:nvPicPr>
        <p:blipFill>
          <a:blip r:embed="rId3"/>
          <a:srcRect l="6362" r="6362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