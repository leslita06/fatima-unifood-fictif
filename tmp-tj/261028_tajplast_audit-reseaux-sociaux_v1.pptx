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44.jpg"/><Relationship Id="rId5" Type="http://schemas.openxmlformats.org/officeDocument/2006/relationships/image" Target="../media/image45.png"/><Relationship Id="rId6" Type="http://schemas.openxmlformats.org/officeDocument/2006/relationships/image" Target="../media/image46.jpg"/><Relationship Id="rId7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26.jpg"/><Relationship Id="rId5" Type="http://schemas.openxmlformats.org/officeDocument/2006/relationships/image" Target="../media/image45.png"/><Relationship Id="rId6" Type="http://schemas.openxmlformats.org/officeDocument/2006/relationships/image" Target="../media/image48.jpg"/><Relationship Id="rId7" Type="http://schemas.openxmlformats.org/officeDocument/2006/relationships/image" Target="../media/image4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49.jpg"/><Relationship Id="rId5" Type="http://schemas.openxmlformats.org/officeDocument/2006/relationships/image" Target="../media/image45.png"/><Relationship Id="rId6" Type="http://schemas.openxmlformats.org/officeDocument/2006/relationships/image" Target="../media/image50.jpg"/><Relationship Id="rId7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32.jpg"/><Relationship Id="rId5" Type="http://schemas.openxmlformats.org/officeDocument/2006/relationships/image" Target="../media/image45.png"/><Relationship Id="rId6" Type="http://schemas.openxmlformats.org/officeDocument/2006/relationships/image" Target="../media/image51.jpg"/><Relationship Id="rId7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52.jpg"/><Relationship Id="rId5" Type="http://schemas.openxmlformats.org/officeDocument/2006/relationships/image" Target="../media/image45.png"/><Relationship Id="rId6" Type="http://schemas.openxmlformats.org/officeDocument/2006/relationships/image" Target="../media/image53.jpg"/><Relationship Id="rId7" Type="http://schemas.openxmlformats.org/officeDocument/2006/relationships/image" Target="../media/image4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54.jpg"/><Relationship Id="rId5" Type="http://schemas.openxmlformats.org/officeDocument/2006/relationships/image" Target="../media/image45.png"/><Relationship Id="rId6" Type="http://schemas.openxmlformats.org/officeDocument/2006/relationships/image" Target="../media/image55.jpg"/><Relationship Id="rId7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39.png"/><Relationship Id="rId6" Type="http://schemas.openxmlformats.org/officeDocument/2006/relationships/image" Target="../media/image58.pn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9.jpg"/><Relationship Id="rId4" Type="http://schemas.openxmlformats.org/officeDocument/2006/relationships/image" Target="../media/image6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1.jpg"/><Relationship Id="rId4" Type="http://schemas.openxmlformats.org/officeDocument/2006/relationships/image" Target="../media/image6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5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6.png"/><Relationship Id="rId7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8.png"/><Relationship Id="rId7" Type="http://schemas.openxmlformats.org/officeDocument/2006/relationships/image" Target="../media/image6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66.png"/><Relationship Id="rId5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21/10 · 2 réactions</a:t>
            </a:r>
          </a:p>
        </p:txBody>
      </p:sp>
      <p:pic>
        <p:nvPicPr>
          <p:cNvPr id="15" name="Picture 14" descr="t17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707495"/>
            <a:ext cx="2124000" cy="13530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cuv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Coupure d’eau ce soir ? Pas chez vous. 💧
Nos cuves gardent votre réserve à la maison, de 200 à 10 000 litres, verticales ou horizontales. Fabriquées en Côte d’Ivoire.
Quelle taille pour votre famille ? Dites-le-nous en commentaire.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Le besoin (les coupures) avant le produit, une question, un numéro.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19/10 · 7 réactions, 4 partages</a:t>
            </a:r>
          </a:p>
        </p:txBody>
      </p:sp>
      <p:pic>
        <p:nvPicPr>
          <p:cNvPr id="15" name="Picture 14" descr="t00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526103"/>
            <a:ext cx="2124000" cy="17157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pani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Le linge sale a enfin sa place. 🧺
Le panier Flora, avec son couvercle, garde la salle de bain rangée et aérée.
Vous le prendriez en vert ou dans une autre couleur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Votre meilleure publication : on garde l’image, on ajoute le bénéfice et une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5 réactions</a:t>
            </a:r>
          </a:p>
        </p:txBody>
      </p:sp>
      <p:pic>
        <p:nvPicPr>
          <p:cNvPr id="15" name="Picture 14" descr="t05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561217"/>
            <a:ext cx="2124000" cy="16455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abreuvoi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Éleveurs : vos poulets ont de l’eau à portée de bec. 🐔
Notre abreuvoir est fabriqué en Côte d’Ivoire, pour les petits comme les grands poulaillers.
Combien de têtes dans votre poulailler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Une cible nommée (les éleveurs) et une question qui la fait parler.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5 réactions</a:t>
            </a:r>
          </a:p>
        </p:txBody>
      </p:sp>
      <p:pic>
        <p:nvPicPr>
          <p:cNvPr id="15" name="Picture 14" descr="t04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328057"/>
            <a:ext cx="2124000" cy="2111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ibiz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Une chaise pour chaque génération. ☀️
Les chaises Olivia accueillent les grands-parents comme les petits, sur la terrasse ou au salon.
Identifiez la personne qui mérite la meilleure place !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Reprend votre slogan « le confort de toutes les générations » et invite à identifier un proche.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3 réactions</a:t>
            </a:r>
          </a:p>
        </p:txBody>
      </p:sp>
      <p:pic>
        <p:nvPicPr>
          <p:cNvPr id="15" name="Picture 14" descr="t09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990898"/>
            <a:ext cx="2124000" cy="7862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tabl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Toute la famille à table, dedans ou dehors. 🍽️
Table et chaises Ibiza, en plusieurs couleurs, pour les repas de tous les jours.
Vert, orange ou bleu : laquelle va chez vous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Le produit détouré en grand, un usage, un choix de couleur à faire en commentaire.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22/10 · 2 réactions (publié 2 fois)</a:t>
            </a:r>
          </a:p>
        </p:txBody>
      </p:sp>
      <p:pic>
        <p:nvPicPr>
          <p:cNvPr id="15" name="Picture 14" descr="t16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322000"/>
            <a:ext cx="2124000" cy="21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tiroi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Un tiroir par enfant. Fini le désordre du matin. 🎒
Nos tiroirs de rangement en 3 ou 4 niveaux : chaque enfant a le sien, tout est à portée de main.
Combien de tiroirs chez vous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Une situation que chaque parent connaît, au lieu d’un visuel publié deux fois.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