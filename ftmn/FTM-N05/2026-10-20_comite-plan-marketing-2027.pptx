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Plan marketing 2027 et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Bridge Bank Group Côte d’Ivoire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Dossier pour le comité de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1. Objectifs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2. Temps forts 2027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3. Cinq chantiers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4. Budget par canal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5. Budget par mois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6. Scénarios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7. Revue budgétaire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8. Décisions demandées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Des ventes au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12 000 comptes : 48 000 contacts qualifiés (25 %, hypothèse)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4 000 crédits : 20 000 contacts, surtout clients existants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900 PME : 6 000 rendez-vous (15 %, hypothèse)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Temps forts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Ramadan et fête de fin du jeûne : mars (date estimée)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Tabaski : mi-mai (date estimée)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Fête nationale : 7 août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Rentrée : septembre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Fin d’année : décembre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Cinq chantiers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Comptes particuliers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Diaspora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PME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Notoriété de la marque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Fidélisation et crédit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Budget : 850 millions FCFA TTC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Publicité en ligne (Meta, Google, LinkedIn) : 190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Médias hors ligne (Radio (Abidjan et grandes villes)) : 90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Médias hors ligne (Télévision) : 120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Médias hors ligne (Affichage Abidjan) : 110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Événements et terrain (Forums PME, salons, activations en agence) : 95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Contenus et création (Photos, vidéos, visuels, rédaction) : 70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Relations presse et partenariats (Presse économique, sponsoring) : 60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Outils (CRM, emailing, site) : 35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Études (Notoriété et satisfaction clients) : 25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Prestataires (Agence créative et média) : 40 M</a:t>
            </a:r>
          </a:p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t>Réserve (Tests et imprévus) : 15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Budget par mois (millions)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Janv. 26 · Févr. 47 · Mars 121 · Avr. 43 · Mai 71 · Juin 54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Juil. 29 · Août 64 · Sept. 140 · Oct. 84 · Nov. 53 · Déc. 119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Pics : mars, mai, septembre, décembre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Achats d’espace payés 1 à 2 mois 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Deux scénarios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Base : 850 M TTC, plan complet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Réduit : 680 M TTC, télévision et affichage limités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Perte du réduit : environ un tiers de la présence média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Revue budgétaire mensuelle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Prévu, engagé, facturé, payé, ligne par ligne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Écart au-delà de 10 % : cause et proposition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Présentée en comité chaque trimestre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2792421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3A03"/>
                </a:solidFill>
              </a:defRPr>
            </a:pPr>
            <a:r>
              <a:t>Décisions demandées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A. Voter la base (850 M) : trésorerie dès juillet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B. Voter le réduit (680 M) : notoriété plus lente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C. Base avec 15 % bloqués jusqu’à juin : espaces plus chers</a:t>
            </a:r>
          </a:p>
          <a:p>
            <a:pPr>
              <a:spcAft>
                <a:spcPts val="800"/>
              </a:spcAft>
              <a:defRPr sz="2200">
                <a:solidFill>
                  <a:srgbClr val="141414"/>
                </a:solidFill>
              </a:defRPr>
            </a:pPr>
            <a:r>
              <a:t>Aucune dépense engagée avant le 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A03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