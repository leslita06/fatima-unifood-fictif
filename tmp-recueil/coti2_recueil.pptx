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37.png"/><Relationship Id="rId10" Type="http://schemas.openxmlformats.org/officeDocument/2006/relationships/image" Target="../media/image6.png"/><Relationship Id="rId11" Type="http://schemas.openxmlformats.org/officeDocument/2006/relationships/image" Target="../media/image41.png"/><Relationship Id="rId12" Type="http://schemas.openxmlformats.org/officeDocument/2006/relationships/image" Target="../media/image7.png"/><Relationship Id="rId13" Type="http://schemas.openxmlformats.org/officeDocument/2006/relationships/image" Target="../media/image46.png"/><Relationship Id="rId14" Type="http://schemas.openxmlformats.org/officeDocument/2006/relationships/image" Target="../media/image8.png"/><Relationship Id="rId15" Type="http://schemas.openxmlformats.org/officeDocument/2006/relationships/image" Target="../media/image50.png"/><Relationship Id="rId16" Type="http://schemas.openxmlformats.org/officeDocument/2006/relationships/image" Target="../media/image9.png"/><Relationship Id="rId17" Type="http://schemas.openxmlformats.org/officeDocument/2006/relationships/image" Target="../media/image5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hyperlink" Target="https://docs.google.com/document/d/1s1C-AsVHiM3Qt5KUIc7p7_noE82ZHJBgvmRF4AAaHOk/edit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s://docs.google.com/presentation/d/1WvFDoQTEHiw9JSa9lILKKSVmnj6n035Xyg95FwVpB1s/edit" TargetMode="External"/><Relationship Id="rId8" Type="http://schemas.openxmlformats.org/officeDocument/2006/relationships/image" Target="../media/image14.jpg"/><Relationship Id="rId9" Type="http://schemas.openxmlformats.org/officeDocument/2006/relationships/hyperlink" Target="https://docs.google.com/document/d/1UwFq8Le73lbVKdAOrRz29I_OZzpz2vb4TffY-zRgtFY/edit" TargetMode="External"/><Relationship Id="rId10" Type="http://schemas.openxmlformats.org/officeDocument/2006/relationships/image" Target="../media/image15.jpg"/><Relationship Id="rId11" Type="http://schemas.openxmlformats.org/officeDocument/2006/relationships/hyperlink" Target="https://docs.google.com/spreadsheets/d/1Iq1hS2Hi12_XjdUAw8N7QESvdSlSzRLAA08bdyRlnOs/edit" TargetMode="External"/><Relationship Id="rId1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hyperlink" Target="https://docs.google.com/document/d/1gfrItc8WcUdxZbtTcqUMbE1_hBT5udSR9a3X13lf8XU/edit" TargetMode="External"/><Relationship Id="rId6" Type="http://schemas.openxmlformats.org/officeDocument/2006/relationships/image" Target="../media/image17.jpg"/><Relationship Id="rId7" Type="http://schemas.openxmlformats.org/officeDocument/2006/relationships/hyperlink" Target="https://docs.google.com/document/d/1iZs9o_DWWs3-GxB-7WjBN1wTslfmjzpLz5-6eha5Z4s/edit" TargetMode="External"/><Relationship Id="rId8" Type="http://schemas.openxmlformats.org/officeDocument/2006/relationships/image" Target="../media/image18.jpg"/><Relationship Id="rId9" Type="http://schemas.openxmlformats.org/officeDocument/2006/relationships/hyperlink" Target="https://docs.google.com/spreadsheets/d/1HkeLb0hyR6e4ZouilNiAhUyM1joEHCpX75XGsEOHRgE/edit" TargetMode="External"/><Relationship Id="rId10" Type="http://schemas.openxmlformats.org/officeDocument/2006/relationships/image" Target="../media/image19.jpg"/><Relationship Id="rId11" Type="http://schemas.openxmlformats.org/officeDocument/2006/relationships/hyperlink" Target="https://docs.google.com/document/d/14czTzR8PMBgH5D9K_Krr-0MCSWMOevSg97_rKjHvd3Y/edit" TargetMode="External"/><Relationship Id="rId1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0.jpg"/><Relationship Id="rId5" Type="http://schemas.openxmlformats.org/officeDocument/2006/relationships/hyperlink" Target="https://docs.google.com/presentation/d/1M0StVCgZWTDLBwkjpGlDepcmOG9hpwcBhBx8uj0BfwI/edit" TargetMode="External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3.jpg"/><Relationship Id="rId5" Type="http://schemas.openxmlformats.org/officeDocument/2006/relationships/hyperlink" Target="https://drive.google.com/drive/folders/1-UOR4Bei9YB3nYFWtFn9F-0s1fRthaJ8" TargetMode="External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7.jpg"/><Relationship Id="rId5" Type="http://schemas.openxmlformats.org/officeDocument/2006/relationships/hyperlink" Target="https://drive.google.com/drive/folders/1SzQMbj6XlXnHGQWCq9AMhAcJW_oAC1EW" TargetMode="External"/><Relationship Id="rId6" Type="http://schemas.openxmlformats.org/officeDocument/2006/relationships/image" Target="../media/image28.jpg"/><Relationship Id="rId7" Type="http://schemas.openxmlformats.org/officeDocument/2006/relationships/hyperlink" Target="https://drive.google.com/drive/folders/1ocy7VIfm_oBMccCqoGK75zrU1ZAZ0FOP" TargetMode="External"/><Relationship Id="rId8" Type="http://schemas.openxmlformats.org/officeDocument/2006/relationships/image" Target="../media/image29.jpg"/><Relationship Id="rId9" Type="http://schemas.openxmlformats.org/officeDocument/2006/relationships/hyperlink" Target="https://drive.google.com/drive/folders/1eMRAamjcfmBdEzF_g4j3EfbfKANpWdLA" TargetMode="External"/><Relationship Id="rId10" Type="http://schemas.openxmlformats.org/officeDocument/2006/relationships/image" Target="../media/image30.jpg"/><Relationship Id="rId11" Type="http://schemas.openxmlformats.org/officeDocument/2006/relationships/hyperlink" Target="https://leslita06.github.io/yelema-tests-koffi/cotiplast-site/" TargetMode="External"/><Relationship Id="rId12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1.jpg"/><Relationship Id="rId5" Type="http://schemas.openxmlformats.org/officeDocument/2006/relationships/hyperlink" Target="https://drive.google.com/drive/folders/1JED_9GRBzFADZWFRaQjatlLsHgvA1-QI" TargetMode="External"/><Relationship Id="rId6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3.jpg"/><Relationship Id="rId5" Type="http://schemas.openxmlformats.org/officeDocument/2006/relationships/hyperlink" Target="https://drive.google.com/file/d/1_wXQJ2N4wdz4bQgi4WIaf3kOP22c8iqB/view" TargetMode="External"/><Relationship Id="rId6" Type="http://schemas.openxmlformats.org/officeDocument/2006/relationships/image" Target="../media/image34.jpg"/><Relationship Id="rId7" Type="http://schemas.openxmlformats.org/officeDocument/2006/relationships/hyperlink" Target="https://drive.google.com/file/d/15jHd8lpTtcdoPTWCmtKK_M3-tcrFjLAI/view" TargetMode="External"/><Relationship Id="rId8" Type="http://schemas.openxmlformats.org/officeDocument/2006/relationships/image" Target="../media/image35.jpg"/><Relationship Id="rId9" Type="http://schemas.openxmlformats.org/officeDocument/2006/relationships/hyperlink" Target="https://drive.google.com/file/d/1d8mM4sVFk09FSsG9YpZhc6n9rsqNxKEp/view" TargetMode="External"/><Relationship Id="rId10" Type="http://schemas.openxmlformats.org/officeDocument/2006/relationships/hyperlink" Target="https://drive.google.com/drive/folders/1d-IYhQX_tLb_N3zVLTyjPjWBAF5hgp-X" TargetMode="External"/><Relationship Id="rId11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8.jpg"/><Relationship Id="rId5" Type="http://schemas.openxmlformats.org/officeDocument/2006/relationships/hyperlink" Target="https://docs.google.com/document/d/1Wk6tE_4vX51MD7lmVTMSOEuh8ntRejvUKyicmL5M24A/edit" TargetMode="External"/><Relationship Id="rId6" Type="http://schemas.openxmlformats.org/officeDocument/2006/relationships/image" Target="../media/image39.jpg"/><Relationship Id="rId7" Type="http://schemas.openxmlformats.org/officeDocument/2006/relationships/hyperlink" Target="https://docs.google.com/spreadsheets/d/1GpLN7szaGkdpi6Ng3aOP7NTvXrz025-FtViD1-jf13I/edit" TargetMode="External"/><Relationship Id="rId8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42.jpg"/><Relationship Id="rId5" Type="http://schemas.openxmlformats.org/officeDocument/2006/relationships/hyperlink" Target="https://docs.google.com/spreadsheets/d/16i4kc_OCam0qbtJ6fjyDtT-fneaNo6D8BHHhpXZEytw/edit" TargetMode="External"/><Relationship Id="rId6" Type="http://schemas.openxmlformats.org/officeDocument/2006/relationships/image" Target="../media/image43.jpg"/><Relationship Id="rId7" Type="http://schemas.openxmlformats.org/officeDocument/2006/relationships/hyperlink" Target="https://leslita06.github.io/cotiplast-finance/" TargetMode="External"/><Relationship Id="rId8" Type="http://schemas.openxmlformats.org/officeDocument/2006/relationships/image" Target="../media/image44.jpg"/><Relationship Id="rId9" Type="http://schemas.openxmlformats.org/officeDocument/2006/relationships/hyperlink" Target="https://drive.google.com/file/d/1odlLQANfmtz6tnN6f-C_kOYxljaTmK5G/view" TargetMode="External"/><Relationship Id="rId10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7.jpg"/><Relationship Id="rId5" Type="http://schemas.openxmlformats.org/officeDocument/2006/relationships/hyperlink" Target="https://drive.google.com/drive/folders/13DdGXesIBopqU6CElCdJaN0DCcRqQUC5" TargetMode="External"/><Relationship Id="rId6" Type="http://schemas.openxmlformats.org/officeDocument/2006/relationships/image" Target="../media/image48.jpg"/><Relationship Id="rId7" Type="http://schemas.openxmlformats.org/officeDocument/2006/relationships/hyperlink" Target="https://docs.google.com/spreadsheets/d/1SEP_BjS2hdxqNx22ZeQ1tghDAEp77zk2wzBoLTH4Jzk/edit" TargetMode="External"/><Relationship Id="rId8" Type="http://schemas.openxmlformats.org/officeDocument/2006/relationships/image" Target="../media/image4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1.jpg"/><Relationship Id="rId5" Type="http://schemas.openxmlformats.org/officeDocument/2006/relationships/hyperlink" Target="https://docs.google.com/spreadsheets/d/1COonkJOKovevGE0wGWY2vhzU5uasisl81xdKu8iKJt0/edit" TargetMode="External"/><Relationship Id="rId6" Type="http://schemas.openxmlformats.org/officeDocument/2006/relationships/image" Target="../media/image52.jpg"/><Relationship Id="rId7" Type="http://schemas.openxmlformats.org/officeDocument/2006/relationships/hyperlink" Target="https://docs.google.com/spreadsheets/d/1SxAhNhJhX7qld1uTqoZtlxzqVl6cQFAGNd7lFSz73u4/edit" TargetMode="External"/><Relationship Id="rId8" Type="http://schemas.openxmlformats.org/officeDocument/2006/relationships/image" Target="../media/image53.jpg"/><Relationship Id="rId9" Type="http://schemas.openxmlformats.org/officeDocument/2006/relationships/hyperlink" Target="https://docs.google.com/spreadsheets/d/1_aDf_MwDtC8fq7ngLjhboqnYxJdxVQ5Z-f7XwziUkjw/edit" TargetMode="External"/><Relationship Id="rId10" Type="http://schemas.openxmlformats.org/officeDocument/2006/relationships/image" Target="../media/image54.jpg"/><Relationship Id="rId11" Type="http://schemas.openxmlformats.org/officeDocument/2006/relationships/hyperlink" Target="https://docs.google.com/document/d/1FKVY7bYAO7RPEFTCV0nLblkMkipvalubth_tg6UeMv0/edit" TargetMode="External"/><Relationship Id="rId12" Type="http://schemas.openxmlformats.org/officeDocument/2006/relationships/image" Target="../media/image5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5.jpg"/><Relationship Id="rId5" Type="http://schemas.openxmlformats.org/officeDocument/2006/relationships/hyperlink" Target="https://docs.google.com/document/d/1WR9mxBMR7RGJgDZg8bmG2iTLtCt1Wq0cBZyJon6WEg0/edit" TargetMode="External"/><Relationship Id="rId6" Type="http://schemas.openxmlformats.org/officeDocument/2006/relationships/image" Target="../media/image56.jpg"/><Relationship Id="rId7" Type="http://schemas.openxmlformats.org/officeDocument/2006/relationships/hyperlink" Target="https://docs.google.com/document/d/1NdprMNlJko0OTwuywec5IDNDIlmk4Vh1iXrAslMGHxc/edit" TargetMode="External"/><Relationship Id="rId8" Type="http://schemas.openxmlformats.org/officeDocument/2006/relationships/image" Target="../media/image57.jpg"/><Relationship Id="rId9" Type="http://schemas.openxmlformats.org/officeDocument/2006/relationships/hyperlink" Target="https://docs.google.com/spreadsheets/d/1s1uma2XwwOnhiqDU2PR0DtI04Iyzg9oCP6jMwtfrlhg/edit" TargetMode="External"/><Relationship Id="rId10" Type="http://schemas.openxmlformats.org/officeDocument/2006/relationships/image" Target="../media/image5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0.jpg"/><Relationship Id="rId5" Type="http://schemas.openxmlformats.org/officeDocument/2006/relationships/hyperlink" Target="https://docs.google.com/document/d/1UdjmgEURkQtbkJAoAXYFD77zZjzZIU3Hve6YjMQAElw/edit" TargetMode="External"/><Relationship Id="rId6" Type="http://schemas.openxmlformats.org/officeDocument/2006/relationships/image" Target="../media/image61.jpg"/><Relationship Id="rId7" Type="http://schemas.openxmlformats.org/officeDocument/2006/relationships/hyperlink" Target="https://docs.google.com/spreadsheets/d/1YlI-xeFMtwZQ6lLyHsLTPTAu3XdoS7_PXa4BKIVlwS4/edit" TargetMode="External"/><Relationship Id="rId8" Type="http://schemas.openxmlformats.org/officeDocument/2006/relationships/image" Target="../media/image62.jpg"/><Relationship Id="rId9" Type="http://schemas.openxmlformats.org/officeDocument/2006/relationships/hyperlink" Target="https://docs.google.com/document/d/1fut9mecf1VGgAcs_OMP2fyIvJjcQLborww9ltvhlHw0/edit" TargetMode="External"/><Relationship Id="rId10" Type="http://schemas.openxmlformats.org/officeDocument/2006/relationships/image" Target="../media/image63.jpg"/><Relationship Id="rId11" Type="http://schemas.openxmlformats.org/officeDocument/2006/relationships/hyperlink" Target="https://docs.google.com/document/d/1t4w0y0giWhLhjAVJb9HX0fweNnLmfoc3A4oX8F6pMTQ/edit" TargetMode="External"/><Relationship Id="rId12" Type="http://schemas.openxmlformats.org/officeDocument/2006/relationships/image" Target="../media/image5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4.jpg"/><Relationship Id="rId5" Type="http://schemas.openxmlformats.org/officeDocument/2006/relationships/hyperlink" Target="https://docs.google.com/spreadsheets/d/1d1tqeNROdZkTb4mh6AEdmEr0oVqThsgp5Du-3J53GZU/edit" TargetMode="External"/><Relationship Id="rId6" Type="http://schemas.openxmlformats.org/officeDocument/2006/relationships/image" Target="../media/image65.jpg"/><Relationship Id="rId7" Type="http://schemas.openxmlformats.org/officeDocument/2006/relationships/hyperlink" Target="https://docs.google.com/document/d/184YSWA93yGNgVH-0KfX_tnMndLU-lqv75h70h32DktY/edit" TargetMode="External"/><Relationship Id="rId8" Type="http://schemas.openxmlformats.org/officeDocument/2006/relationships/image" Target="../media/image66.jpg"/><Relationship Id="rId9" Type="http://schemas.openxmlformats.org/officeDocument/2006/relationships/hyperlink" Target="https://drive.google.com/file/d/1Xl1jxcVDUlZMFpqWBlTfUdLG4msQC02M/view" TargetMode="External"/><Relationship Id="rId10" Type="http://schemas.openxmlformats.org/officeDocument/2006/relationships/image" Target="../media/image67.jpg"/><Relationship Id="rId11" Type="http://schemas.openxmlformats.org/officeDocument/2006/relationships/hyperlink" Target="https://docs.google.com/document/d/1qa0geZSw-G7SMFsoAoQJ6qGk9uDMxUMzWwXFgISAmR8/edit" TargetMode="External"/><Relationship Id="rId12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8.jpg"/><Relationship Id="rId5" Type="http://schemas.openxmlformats.org/officeDocument/2006/relationships/hyperlink" Target="https://docs.google.com/document/d/13JTXzvaJB2_29wcMj7ue_mbm0r0i10fysuPjFs-bW_M/edit" TargetMode="External"/><Relationship Id="rId6" Type="http://schemas.openxmlformats.org/officeDocument/2006/relationships/image" Target="../media/image69.jpg"/><Relationship Id="rId7" Type="http://schemas.openxmlformats.org/officeDocument/2006/relationships/hyperlink" Target="https://docs.google.com/spreadsheets/d/1NMZRE8rTfVainxX_SEF_wAteEUmVuTH4cybVwoW3zA4/edit" TargetMode="External"/><Relationship Id="rId8" Type="http://schemas.openxmlformats.org/officeDocument/2006/relationships/image" Target="../media/image70.jpg"/><Relationship Id="rId9" Type="http://schemas.openxmlformats.org/officeDocument/2006/relationships/hyperlink" Target="https://docs.google.com/spreadsheets/d/19iEHvsUm7EAtHMMcczgCMgk2zu2oaYG9aOuHCQVD9fU/edit" TargetMode="External"/><Relationship Id="rId10" Type="http://schemas.openxmlformats.org/officeDocument/2006/relationships/image" Target="../media/image71.jpg"/><Relationship Id="rId11" Type="http://schemas.openxmlformats.org/officeDocument/2006/relationships/hyperlink" Target="https://docs.google.com/document/d/1KfM7OfvNdgJkvIY6uf83YGJ3hWcLMwHxAgZe_fAF9aI/edit" TargetMode="External"/><Relationship Id="rId12" Type="http://schemas.openxmlformats.org/officeDocument/2006/relationships/image" Target="../media/image5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rive.google.com/drive/folders/19P-ddXqwwFyz7yO947YRCSUF3Lp-2-s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32004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822960"/>
            <a:ext cx="198882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606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Ce que nos Experts ont produit</a:t>
            </a:r>
          </a:p>
          <a:p>
            <a:pPr algn="l"/>
            <a:r>
              <a:rPr sz="4400" b="1">
                <a:solidFill>
                  <a:srgbClr val="FD8103"/>
                </a:solidFill>
                <a:latin typeface="Montserrat"/>
              </a:rPr>
              <a:t>pour COTIPLAST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47 livrables  ·  8 métiers  ·  22 au 29 octobre 2026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983480"/>
            <a:ext cx="566928" cy="566928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11149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Marketing et contenu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Fatima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0" y="4983480"/>
            <a:ext cx="566928" cy="566928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511149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605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Design de marque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4983480"/>
            <a:ext cx="566928" cy="566928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511149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037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Vidéos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0" y="4983480"/>
            <a:ext cx="566928" cy="566928"/>
          </a:xfrm>
          <a:prstGeom prst="ellipse">
            <a:avLst/>
          </a:prstGeom>
          <a:solidFill>
            <a:srgbClr val="C9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m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5111496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46920" y="501091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Commercial et ventes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Kouassi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715000"/>
            <a:ext cx="566928" cy="566928"/>
          </a:xfrm>
          <a:prstGeom prst="ellipse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843016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17320" y="57424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Finance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Mamadou</a:t>
            </a:r>
          </a:p>
        </p:txBody>
      </p:sp>
      <p:sp>
        <p:nvSpPr>
          <p:cNvPr id="25" name="Oval 24"/>
          <p:cNvSpPr/>
          <p:nvPr/>
        </p:nvSpPr>
        <p:spPr>
          <a:xfrm>
            <a:off x="3474720" y="5715000"/>
            <a:ext cx="566928" cy="566928"/>
          </a:xfrm>
          <a:prstGeom prst="ellipse">
            <a:avLst/>
          </a:prstGeom>
          <a:solidFill>
            <a:srgbClr val="3A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c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2736" y="5843016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60520" y="57424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Recrutement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Adjoua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5715000"/>
            <a:ext cx="566928" cy="566928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5843016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03720" y="57424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Ressources humaines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Fatou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0" y="5715000"/>
            <a:ext cx="566928" cy="566928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ops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5843016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46920" y="57424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Opérations et achats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Salif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Un chapitre par métier. Chaque vignette du recueil ouvre le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82296" cy="5120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91640"/>
            <a:ext cx="512064" cy="512064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1691640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pic>
        <p:nvPicPr>
          <p:cNvPr id="15" name="Picture 14" descr="fat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190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169164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91640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9 livrables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67712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267712"/>
            <a:ext cx="82296" cy="5120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267712"/>
            <a:ext cx="512064" cy="512064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386584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2267712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pic>
        <p:nvPicPr>
          <p:cNvPr id="24" name="Picture 23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295144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2267712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267712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9 livrables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26771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843784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2843784"/>
            <a:ext cx="82296" cy="512064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2843784"/>
            <a:ext cx="512064" cy="512064"/>
          </a:xfrm>
          <a:prstGeom prst="ellipse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i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2962656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00200" y="2843784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Vidéos</a:t>
            </a:r>
          </a:p>
        </p:txBody>
      </p:sp>
      <p:pic>
        <p:nvPicPr>
          <p:cNvPr id="33" name="Picture 32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871216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17920" y="284378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843784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4378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419856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419856"/>
            <a:ext cx="82296" cy="512064"/>
          </a:xfrm>
          <a:prstGeom prst="rect">
            <a:avLst/>
          </a:prstGeom>
          <a:solidFill>
            <a:srgbClr val="C9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80" y="3419856"/>
            <a:ext cx="512064" cy="512064"/>
          </a:xfrm>
          <a:prstGeom prst="ellipse">
            <a:avLst/>
          </a:prstGeom>
          <a:solidFill>
            <a:srgbClr val="C9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om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3538728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600200" y="3419856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pic>
        <p:nvPicPr>
          <p:cNvPr id="42" name="Picture 41" descr="kouass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447288"/>
            <a:ext cx="457200" cy="457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17920" y="3419856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Kouassi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419856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2 livrables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419856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13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95928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995928"/>
            <a:ext cx="82296" cy="512064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8680" y="3995928"/>
            <a:ext cx="512064" cy="512064"/>
          </a:xfrm>
          <a:prstGeom prst="ellipse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doc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" y="4114800"/>
            <a:ext cx="274320" cy="2743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00200" y="3995928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Finance</a:t>
            </a:r>
          </a:p>
        </p:txBody>
      </p:sp>
      <p:pic>
        <p:nvPicPr>
          <p:cNvPr id="51" name="Picture 50" descr="mamado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4023360"/>
            <a:ext cx="457200" cy="457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17920" y="3995928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Mamadou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995928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399592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572000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4572000"/>
            <a:ext cx="82296" cy="512064"/>
          </a:xfrm>
          <a:prstGeom prst="rect">
            <a:avLst/>
          </a:prstGeom>
          <a:solidFill>
            <a:srgbClr val="3A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8680" y="4572000"/>
            <a:ext cx="512064" cy="512064"/>
          </a:xfrm>
          <a:prstGeom prst="ellipse">
            <a:avLst/>
          </a:prstGeom>
          <a:solidFill>
            <a:srgbClr val="3A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ec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" y="4690872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00200" y="4572000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Recrutement</a:t>
            </a:r>
          </a:p>
        </p:txBody>
      </p:sp>
      <p:pic>
        <p:nvPicPr>
          <p:cNvPr id="60" name="Picture 59" descr="adjou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3560" y="4599432"/>
            <a:ext cx="457200" cy="4572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217920" y="457200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Adjoua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4572000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2 livrables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457200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148072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5148072"/>
            <a:ext cx="82296" cy="5120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68680" y="5148072"/>
            <a:ext cx="512064" cy="512064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rh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552" y="5266944"/>
            <a:ext cx="274320" cy="27432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600200" y="5148072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pic>
        <p:nvPicPr>
          <p:cNvPr id="69" name="Picture 68" descr="fatou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3560" y="5175504"/>
            <a:ext cx="457200" cy="457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17920" y="5148072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Fatou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5148072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7 livrables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514807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19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724144"/>
            <a:ext cx="11091672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5724144"/>
            <a:ext cx="82296" cy="5120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68680" y="5724144"/>
            <a:ext cx="512064" cy="512064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ops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552" y="5843016"/>
            <a:ext cx="274320" cy="27432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600200" y="5724144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pic>
        <p:nvPicPr>
          <p:cNvPr id="78" name="Picture 77" descr="sali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23560" y="5751576"/>
            <a:ext cx="457200" cy="4572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217920" y="572414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Salif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5724144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12 livrables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0" y="572414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D8103"/>
                </a:solidFill>
                <a:latin typeface="Open Sans"/>
              </a:rPr>
              <a:t>page 22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Marketing et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9 livrables  ·  préparés par Fatima, Expert IA marketing et contenu</a:t>
            </a:r>
          </a:p>
        </p:txBody>
      </p:sp>
      <p:pic>
        <p:nvPicPr>
          <p:cNvPr id="11" name="Picture 10" descr="fat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Fiche de vérification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nous savons de Cotiplast,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Stratégie réseaux sociaux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Trouver des clients industriels en ligne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Cinq publications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Facebook et LinkedIn, avec leurs visuels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Calendrier LinkedIn de novembre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12 publications rédigées et illustrées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fati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Page « Emballages pour l’industrie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texte de la page devis du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Lancement de l’emballage agro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 de lancement du nouveau produit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média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Industriels et acheteurs, mois par mois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Relance des prospects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Séquence e-mail et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fati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3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9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Audit Facebook et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Comptes, concurrents et flyers comparés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17" name="Picture 16" descr="fati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Design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9 livrables  ·  préparés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Logo et couleurs relevés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Planche d’identité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Affiche B2B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Pour les acheteurs industriels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Catalogue produits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Films, sacs, big bags et emballages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Visuels LinkedIn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Deux formats 1080 x 1350 et un carrousel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9" name="Picture 28" descr="koff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Carrousel « fabrication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niveaux : basique, médium,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Kakémonos du salon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Entreprise, gammes, qualité, trois niveaux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dossier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Signalétique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Panneaux pour les ateliers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dossier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Site en trois niveaux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Quatre pages : accueil, produits, qualité,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Voir le site en ligne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koff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3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9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Autocollants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22 autocollants, de basique à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17" name="Picture 16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d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D8103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Vidéos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Vidéos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Motion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photos de l’usine et des produits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Regarder la vidéo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Dessin animé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l’usine racontée en dessin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Regarder la vidéo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Chiffres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la maison en chiffres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Regarder la vidéo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8455" y="2377440"/>
            <a:ext cx="2514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Les trois vidéos, dans un seul dossier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Format téléphone, 15 secondes, sans son.</a:t>
            </a:r>
          </a:p>
          <a:p>
            <a:pPr algn="l"/>
            <a:r>
              <a:rPr sz="1300" b="1">
                <a:solidFill>
                  <a:srgbClr val="FD8103"/>
                </a:solidFill>
                <a:latin typeface="Open Sans"/>
                <a:hlinkClick r:id="rId10"/>
              </a:rPr>
              <a:t>Ouvrir le dossier des vidéos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8" name="Picture 27" descr="koff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Commercial et ventes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2 livrables  ·  préparés par Kouassi, Expert IA commercial et ventes</a:t>
            </a:r>
          </a:p>
        </p:txBody>
      </p:sp>
      <p:pic>
        <p:nvPicPr>
          <p:cNvPr id="11" name="Picture 10" descr="kouas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C9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C9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Argumentaire emballage agro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qu’on dit aux industriels de l’agroalimentaire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C96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Prospects, suivi et devis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Chaque piste, son étape et son devis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2" name="Picture 21" descr="kouass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Kouassi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commercial et ventes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Mamadou, Expert IA finance</a:t>
            </a:r>
          </a:p>
        </p:txBody>
      </p:sp>
      <p:pic>
        <p:nvPicPr>
          <p:cNvPr id="11" name="Picture 10" descr="mamad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Lot de factures fournisseurs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qui se paie, ce qui se bloque, ce qui se réclame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Tableau de bord des factures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même analyse, en page en ligne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Voir le site en ligne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2B2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Résine, trésorerie et contrôle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Coût de la résine importée et besoin de trésorerie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7" name="Picture 26" descr="mamado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Mamadou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Recrutement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2 livrables  ·  préparés par Adjoua, Expert IA recrutement</a:t>
            </a:r>
          </a:p>
        </p:txBody>
      </p:sp>
      <p:pic>
        <p:nvPicPr>
          <p:cNvPr id="11" name="Picture 10" descr="adjo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3A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Recrutement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3A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Annonce conducteur d’extrusion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versions à choisir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3A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Pré-tri des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Opérateurs de production, notés et classés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2" name="Picture 21" descr="adjou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Adjoua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recrutement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Ressources humaines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7 livrables  ·  préparés par Fatou, Expert IA ressources humaines</a:t>
            </a:r>
          </a:p>
        </p:txBody>
      </p:sp>
      <p:pic>
        <p:nvPicPr>
          <p:cNvPr id="11" name="Picture 10" descr="fat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Bulletin de paie commenté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Conducteur de ligne,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Pointage et journal de paie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Exemple d’usine, octobre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Écarts pointage et paie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écarts repérés, ligne par ligne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Note de service EPI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Gants et protections auditives aux extrudeuses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fato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Fatou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ressources humaines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Ressources humaines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Embauche d’un technicien qualité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formalités dans l’ordre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Entretiens annuels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Support et guide pour les chefs d’équipe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Fins de contrat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Suivi des CDD et des intérimaires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27" name="Picture 26" descr="fato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Fatou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ressources humaines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Opérations et achats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12 livrables  ·  préparés par Salif, Expert IA opérations et achats</a:t>
            </a:r>
          </a:p>
        </p:txBody>
      </p:sp>
      <p:pic>
        <p:nvPicPr>
          <p:cNvPr id="11" name="Picture 10" descr="sal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594360"/>
            <a:ext cx="13716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COTIPLAST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Fiche de l’entreprise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que Salif sait de Cotiplast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Comparatif des offres PEHD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Trois offres de 40 t, rendues usine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Cotation des transitaires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Demande pour un conteneur de granulés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Première importation en direct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dossier de dédouanement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achats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Stock de film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Suivi rouleau par rouleau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Changement de bobine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Mode opératoire, ligne de soufflage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Flyer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Ligne de soufflage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S’outiller : par où commencer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plan d’outillage, par priorité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achats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achats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3 sur 3</a:t>
            </a:r>
          </a:p>
        </p:txBody>
      </p:sp>
      <p:pic>
        <p:nvPicPr>
          <p:cNvPr id="10" name="Picture 9" descr="co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03" y="347472"/>
            <a:ext cx="987552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9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Contrôle à la réception des granulés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qu’on vérifie à l’arrivée du conteneur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10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Rebuts et recyclage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part de rebut par ligne, et sa valeur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11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Entretien des machines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Extrudeuses et souffleuses, tâches et pannes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12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Rapprochement des factures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Factures contre commandes et réceptions, relances prêtes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D810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COTIPLAST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achats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49808"/>
            <a:ext cx="157734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Et maintenant 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parcourez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vignette ouvre le document ou la vidéo.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3429000"/>
            <a:ext cx="640080" cy="640080"/>
          </a:xfrm>
          <a:prstGeom prst="ellipse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annotez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Vos commentaires directement dans les documents.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3429000"/>
            <a:ext cx="640080" cy="640080"/>
          </a:xfrm>
          <a:prstGeom prst="ellipse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Nous ajustons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Expert reprend son livrable avec vos retours.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en Sans"/>
              </a:rPr>
              <a:t>Le recueil et les fichiers qui n’avaient pas encore de lien sont rangés dans son dossier Drive.</a:t>
            </a:r>
          </a:p>
          <a:p>
            <a:pPr algn="l"/>
            <a:r>
              <a:rPr sz="1400" b="1">
                <a:solidFill>
                  <a:srgbClr val="FD8103"/>
                </a:solidFill>
                <a:latin typeface="Open Sans"/>
                <a:hlinkClick r:id="rId3"/>
              </a:rPr>
              <a:t>Ouvrir le dossier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D8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4FB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0A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D8103"/>
      </a:hlink>
      <a:folHlink>
        <a:srgbClr val="FD810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