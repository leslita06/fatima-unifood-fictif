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9.jpg"/><Relationship Id="rId5" Type="http://schemas.openxmlformats.org/officeDocument/2006/relationships/hyperlink" Target="https://docs.google.com/document/d/1hUmOkeDr9JOFcfrv8Ze9VQxIAqvqAyKBrLRzGv_hEgI/edit" TargetMode="External"/><Relationship Id="rId6" Type="http://schemas.openxmlformats.org/officeDocument/2006/relationships/image" Target="../media/image10.jpg"/><Relationship Id="rId7" Type="http://schemas.openxmlformats.org/officeDocument/2006/relationships/hyperlink" Target="https://docs.google.com/document/d/1mDRZRld_D1SHJzjR2MfHb-Hsgzeo7kIckj3tPZ8wi1Q/edit" TargetMode="External"/><Relationship Id="rId8" Type="http://schemas.openxmlformats.org/officeDocument/2006/relationships/image" Target="../media/image11.jpg"/><Relationship Id="rId9" Type="http://schemas.openxmlformats.org/officeDocument/2006/relationships/hyperlink" Target="https://docs.google.com/presentation/d/1NS9gcKnZE7slaUQ49WJ7dFrkGuIh00gtMeVYjgKxtq4/edit" TargetMode="External"/><Relationship Id="rId10" Type="http://schemas.openxmlformats.org/officeDocument/2006/relationships/image" Target="../media/image12.jpg"/><Relationship Id="rId11" Type="http://schemas.openxmlformats.org/officeDocument/2006/relationships/hyperlink" Target="https://docs.google.com/document/d/1dGzm2zeX-RqWzdme978DM3R2e2pyaryKfL9SJ_m0QcM/edi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3.jpg"/><Relationship Id="rId5" Type="http://schemas.openxmlformats.org/officeDocument/2006/relationships/hyperlink" Target="https://docs.google.com/document/d/1bkYkSQZzl_taOK99BFMmoo0StSNeUKdJIuWl88XRnjM/edit" TargetMode="External"/><Relationship Id="rId6" Type="http://schemas.openxmlformats.org/officeDocument/2006/relationships/image" Target="../media/image14.jpg"/><Relationship Id="rId7" Type="http://schemas.openxmlformats.org/officeDocument/2006/relationships/hyperlink" Target="https://docs.google.com/document/d/1Xe1ilwsfZ_cjf46rhufdjPtEzO_UMgYUhageW8vnl20/edit" TargetMode="External"/><Relationship Id="rId8" Type="http://schemas.openxmlformats.org/officeDocument/2006/relationships/image" Target="../media/image15.jpg"/><Relationship Id="rId9" Type="http://schemas.openxmlformats.org/officeDocument/2006/relationships/hyperlink" Target="https://docs.google.com/document/d/1GCvEdxffvUThpQHel9AzXYbt8nb3kvLBggt_zeyajIg/edit" TargetMode="External"/><Relationship Id="rId10" Type="http://schemas.openxmlformats.org/officeDocument/2006/relationships/image" Target="../media/image16.jpg"/><Relationship Id="rId11" Type="http://schemas.openxmlformats.org/officeDocument/2006/relationships/hyperlink" Target="https://docs.google.com/presentation/d/11ZKX6nvVn5AiWw5HIQw5uK_fiD0mFQv-2Tz2jaDR_6w/edi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7.jpg"/><Relationship Id="rId5" Type="http://schemas.openxmlformats.org/officeDocument/2006/relationships/hyperlink" Target="https://docs.google.com/spreadsheets/d/1vWeDA7mK1k4aGjjGQlzDsJBZJyJYAz4gBk-oprWPmI8/edit" TargetMode="External"/><Relationship Id="rId6" Type="http://schemas.openxmlformats.org/officeDocument/2006/relationships/image" Target="../media/image18.jpg"/><Relationship Id="rId7" Type="http://schemas.openxmlformats.org/officeDocument/2006/relationships/hyperlink" Target="https://docs.google.com/document/d/12_oNz-CpUGsGI9_hx4FlS-ofG9L5mSPDvWDFPRBtRJw/edit" TargetMode="External"/><Relationship Id="rId8" Type="http://schemas.openxmlformats.org/officeDocument/2006/relationships/image" Target="../media/image19.jpg"/><Relationship Id="rId9" Type="http://schemas.openxmlformats.org/officeDocument/2006/relationships/hyperlink" Target="https://docs.google.com/document/d/1cnzHY2nG65_fRHn_UQ_BMk0TiGWhJyId6lqQvnlMSJA/edit" TargetMode="External"/><Relationship Id="rId10" Type="http://schemas.openxmlformats.org/officeDocument/2006/relationships/image" Target="../media/image20.jpg"/><Relationship Id="rId11" Type="http://schemas.openxmlformats.org/officeDocument/2006/relationships/hyperlink" Target="https://drive.google.com/file/d/1H7fSMPa1YnI6z0jAXwPTu0fbZxEWNpGZ/view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22.jpg"/><Relationship Id="rId5" Type="http://schemas.openxmlformats.org/officeDocument/2006/relationships/hyperlink" Target="https://drive.google.com/file/d/1uvZTL6ROwydcvNOJ1iSyPXIvDAUAAJYs/view" TargetMode="External"/><Relationship Id="rId6" Type="http://schemas.openxmlformats.org/officeDocument/2006/relationships/image" Target="../media/image23.jpg"/><Relationship Id="rId7" Type="http://schemas.openxmlformats.org/officeDocument/2006/relationships/hyperlink" Target="https://docs.google.com/presentation/d/1wK4l1ts6-9h8RKdABjLrHtfLbBdpOR9uPlLkCmG9950/edit" TargetMode="External"/><Relationship Id="rId8" Type="http://schemas.openxmlformats.org/officeDocument/2006/relationships/image" Target="../media/image24.jpg"/><Relationship Id="rId9" Type="http://schemas.openxmlformats.org/officeDocument/2006/relationships/hyperlink" Target="https://drive.google.com/drive/folders/1XmfMJ-lnGJ2IafsFceQbN_bW4NSTMXSs" TargetMode="External"/><Relationship Id="rId10" Type="http://schemas.openxmlformats.org/officeDocument/2006/relationships/image" Target="../media/image25.jpg"/><Relationship Id="rId11" Type="http://schemas.openxmlformats.org/officeDocument/2006/relationships/hyperlink" Target="https://drive.google.com/drive/folders/1Ml8npsgPJwKkKPB-rWj6bcEWXaNtgHe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26.jpg"/><Relationship Id="rId5" Type="http://schemas.openxmlformats.org/officeDocument/2006/relationships/hyperlink" Target="https://drive.google.com/drive/folders/145Lqqf-Tm9Yaw71JMyY2uwOSISPaClxS" TargetMode="External"/><Relationship Id="rId6" Type="http://schemas.openxmlformats.org/officeDocument/2006/relationships/image" Target="../media/image27.jpg"/><Relationship Id="rId7" Type="http://schemas.openxmlformats.org/officeDocument/2006/relationships/hyperlink" Target="https://drive.google.com/drive/folders/1vsxv29TcHv_-f6Q568wqX-81PYNtMfgK" TargetMode="External"/><Relationship Id="rId8" Type="http://schemas.openxmlformats.org/officeDocument/2006/relationships/image" Target="../media/image28.jpg"/><Relationship Id="rId9" Type="http://schemas.openxmlformats.org/officeDocument/2006/relationships/hyperlink" Target="https://leslita06.github.io/yelema-tests-koffi/tajplast-accueil/" TargetMode="External"/><Relationship Id="rId10" Type="http://schemas.openxmlformats.org/officeDocument/2006/relationships/image" Target="../media/image29.jpg"/><Relationship Id="rId11" Type="http://schemas.openxmlformats.org/officeDocument/2006/relationships/hyperlink" Target="https://drive.google.com/file/d/1fWEEfYOF55CNguHY5BVVt7StCxY722GI/view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30.jpg"/><Relationship Id="rId5" Type="http://schemas.openxmlformats.org/officeDocument/2006/relationships/hyperlink" Target="https://drive.google.com/file/d/1xY65UIm-6wkWtTSLAfhQX0Hm3c6it2sm/view" TargetMode="External"/><Relationship Id="rId6" Type="http://schemas.openxmlformats.org/officeDocument/2006/relationships/image" Target="../media/image31.jpg"/><Relationship Id="rId7" Type="http://schemas.openxmlformats.org/officeDocument/2006/relationships/hyperlink" Target="https://drive.google.com/file/d/1Pc0hi_VWt1wmrOoxrKykpG3xXgb-hWzp/view" TargetMode="External"/><Relationship Id="rId8" Type="http://schemas.openxmlformats.org/officeDocument/2006/relationships/image" Target="../media/image32.jpg"/><Relationship Id="rId9" Type="http://schemas.openxmlformats.org/officeDocument/2006/relationships/hyperlink" Target="https://drive.google.com/file/d/1nwV39ZBCE9ALEanz7xNGYlPmJNvpflKR/view" TargetMode="External"/><Relationship Id="rId10" Type="http://schemas.openxmlformats.org/officeDocument/2006/relationships/image" Target="../media/image33.jpg"/><Relationship Id="rId11" Type="http://schemas.openxmlformats.org/officeDocument/2006/relationships/hyperlink" Target="https://drive.google.com/file/d/1kK2x6Zm3pkKHjheV7f9mzlulo7Xi4DBs/view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35.jpg"/><Relationship Id="rId5" Type="http://schemas.openxmlformats.org/officeDocument/2006/relationships/hyperlink" Target="https://docs.google.com/document/d/1PzmnZTle7dwR53KTRR4Kj_NCtDvprAXXtcWnsv4qmUk/edit" TargetMode="External"/><Relationship Id="rId6" Type="http://schemas.openxmlformats.org/officeDocument/2006/relationships/image" Target="../media/image36.jpg"/><Relationship Id="rId7" Type="http://schemas.openxmlformats.org/officeDocument/2006/relationships/hyperlink" Target="https://docs.google.com/document/d/1jN037t09U1yA4Y0SgfN2rOMbtFEqhHbZbEFs_lXEU58/edit" TargetMode="External"/><Relationship Id="rId8" Type="http://schemas.openxmlformats.org/officeDocument/2006/relationships/image" Target="../media/image37.jpg"/><Relationship Id="rId9" Type="http://schemas.openxmlformats.org/officeDocument/2006/relationships/hyperlink" Target="https://docs.google.com/spreadsheets/d/1rIOea7f2TxvrfTFnihmorjxPIaajEWT9r5NLccFquUA/edit" TargetMode="External"/><Relationship Id="rId10" Type="http://schemas.openxmlformats.org/officeDocument/2006/relationships/image" Target="../media/image38.jpg"/><Relationship Id="rId11" Type="http://schemas.openxmlformats.org/officeDocument/2006/relationships/hyperlink" Target="https://docs.google.com/spreadsheets/d/1Te_k1SYE2_rWmYF2GvUcSb3MP-AKd4YEfwHdf4DoXIk/edi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40.jpg"/><Relationship Id="rId5" Type="http://schemas.openxmlformats.org/officeDocument/2006/relationships/hyperlink" Target="https://docs.google.com/document/d/1zbmjb2gZUsCF-i1BP4Y4y4TvTQRFipdJAWeEbehXJWc/edit" TargetMode="External"/><Relationship Id="rId6" Type="http://schemas.openxmlformats.org/officeDocument/2006/relationships/image" Target="../media/image41.jpg"/><Relationship Id="rId7" Type="http://schemas.openxmlformats.org/officeDocument/2006/relationships/hyperlink" Target="https://docs.google.com/spreadsheets/d/1VHtBIdP8zxu2B3JNyCF8TC6xCyXcZqBVaYOCa2Jnicw/edit" TargetMode="External"/><Relationship Id="rId8" Type="http://schemas.openxmlformats.org/officeDocument/2006/relationships/image" Target="../media/image42.jpg"/><Relationship Id="rId9" Type="http://schemas.openxmlformats.org/officeDocument/2006/relationships/hyperlink" Target="https://docs.google.com/spreadsheets/d/1zmCbE2hE4Bl3TEZNZ5R1jJKpN-_hqiF_6WaImk771sg/edit" TargetMode="External"/><Relationship Id="rId10" Type="http://schemas.openxmlformats.org/officeDocument/2006/relationships/image" Target="../media/image43.jpg"/><Relationship Id="rId11" Type="http://schemas.openxmlformats.org/officeDocument/2006/relationships/hyperlink" Target="https://docs.google.com/document/d/1krOOLnQQ46Cme3QAaPWc9bT8xarTulVPPQTr3jIKVEg/edi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44.jpg"/><Relationship Id="rId5" Type="http://schemas.openxmlformats.org/officeDocument/2006/relationships/hyperlink" Target="https://docs.google.com/spreadsheets/d/1FgDvpR1G2vjtZts-J8jtC-JKS_8ifUDNUTKwoxcqMnE/edit" TargetMode="External"/><Relationship Id="rId6" Type="http://schemas.openxmlformats.org/officeDocument/2006/relationships/image" Target="../media/image45.jpg"/><Relationship Id="rId7" Type="http://schemas.openxmlformats.org/officeDocument/2006/relationships/hyperlink" Target="https://docs.google.com/document/d/1cpkSOxfND5SRHk7Ng9poND28g3t-ych2jKVkLCe9AS8/edit" TargetMode="External"/><Relationship Id="rId8" Type="http://schemas.openxmlformats.org/officeDocument/2006/relationships/image" Target="../media/image46.jpg"/><Relationship Id="rId9" Type="http://schemas.openxmlformats.org/officeDocument/2006/relationships/hyperlink" Target="https://docs.google.com/spreadsheets/d/1fVk3ZutoyUyts2ZdgcAbsyQiH4a1hIP4olh8he9yWZQ/edit" TargetMode="External"/><Relationship Id="rId10" Type="http://schemas.openxmlformats.org/officeDocument/2006/relationships/image" Target="../media/image47.jpg"/><Relationship Id="rId11" Type="http://schemas.openxmlformats.org/officeDocument/2006/relationships/hyperlink" Target="https://docs.google.com/spreadsheets/d/1k2BK_L9AaI-QKBqfEEnHYqCxaqTvhCIxK8uKDl1tQFI/edi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9.jpg"/><Relationship Id="rId5" Type="http://schemas.openxmlformats.org/officeDocument/2006/relationships/hyperlink" Target="https://docs.google.com/spreadsheets/d/1xjl14lXdQsMriK8Ldw5IpUJ_D9sIQ10RTU9cnIOdBsU/edit" TargetMode="External"/><Relationship Id="rId6" Type="http://schemas.openxmlformats.org/officeDocument/2006/relationships/image" Target="../media/image50.jpg"/><Relationship Id="rId7" Type="http://schemas.openxmlformats.org/officeDocument/2006/relationships/hyperlink" Target="https://docs.google.com/document/d/1xUH5iPHMDjdgz5858e2lU9O3ayCkQkaozJ71Wbq8Dl0/edit" TargetMode="External"/><Relationship Id="rId8" Type="http://schemas.openxmlformats.org/officeDocument/2006/relationships/image" Target="../media/image51.jpg"/><Relationship Id="rId9" Type="http://schemas.openxmlformats.org/officeDocument/2006/relationships/hyperlink" Target="https://docs.google.com/document/d/1lnWgQIr-4wKandNZJdXiNOpfYKyBIh3tNkChWQ4NBKo/edit" TargetMode="External"/><Relationship Id="rId10" Type="http://schemas.openxmlformats.org/officeDocument/2006/relationships/image" Target="../media/image52.jpg"/><Relationship Id="rId11" Type="http://schemas.openxmlformats.org/officeDocument/2006/relationships/hyperlink" Target="https://docs.google.com/spreadsheets/d/1bg9JM2jXWuEXkblL71Gb5zL-mNEAMVRPj7R-1wQBM8c/edi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3.jpg"/><Relationship Id="rId5" Type="http://schemas.openxmlformats.org/officeDocument/2006/relationships/hyperlink" Target="https://docs.google.com/spreadsheets/d/1ILrDg9V-GFob_48_HlJol903I7I0aKSgkoCK39Etjp8/edit" TargetMode="External"/><Relationship Id="rId6" Type="http://schemas.openxmlformats.org/officeDocument/2006/relationships/image" Target="../media/image54.jpg"/><Relationship Id="rId7" Type="http://schemas.openxmlformats.org/officeDocument/2006/relationships/hyperlink" Target="https://docs.google.com/spreadsheets/d/1loM2oBp4Uh0R752ylR6IJLOZr0_TVuz7dFuxPR9-dT4/edit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rive.google.com/drive/folders/1dvRI15CCwATcLYTlY9kcGRvD5cL7Xmq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12801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649012" cy="1417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ontserrat"/>
              </a:rPr>
              <a:t>Ce que nos Experts ont produit</a:t>
            </a:r>
          </a:p>
          <a:p>
            <a:pPr algn="l"/>
            <a:r>
              <a:rPr sz="4400" b="1">
                <a:solidFill>
                  <a:srgbClr val="E84E0E"/>
                </a:solidFill>
                <a:latin typeface="Montserrat"/>
              </a:rPr>
              <a:t>pour TAJ PLAST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42 livrables  ·  5 métiers  ·  27 et 28 octobre 2026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5257800"/>
            <a:ext cx="566928" cy="566928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k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385816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52852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Marketing et contenu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Fatima</a:t>
            </a:r>
          </a:p>
        </p:txBody>
      </p:sp>
      <p:sp>
        <p:nvSpPr>
          <p:cNvPr id="12" name="Oval 11"/>
          <p:cNvSpPr/>
          <p:nvPr/>
        </p:nvSpPr>
        <p:spPr>
          <a:xfrm>
            <a:off x="2971800" y="5257800"/>
            <a:ext cx="566928" cy="566928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e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16" y="5385816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0" y="52852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Design de marque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Koffi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0" y="5257800"/>
            <a:ext cx="566928" cy="566928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m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5385816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97880" y="52852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Commercial et ventes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Kouassi</a:t>
            </a:r>
          </a:p>
        </p:txBody>
      </p:sp>
      <p:sp>
        <p:nvSpPr>
          <p:cNvPr id="18" name="Oval 17"/>
          <p:cNvSpPr/>
          <p:nvPr/>
        </p:nvSpPr>
        <p:spPr>
          <a:xfrm>
            <a:off x="7452360" y="5257800"/>
            <a:ext cx="566928" cy="566928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5385816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38160" y="52852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Ressources humaines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Fatou</a:t>
            </a:r>
          </a:p>
        </p:txBody>
      </p:sp>
      <p:sp>
        <p:nvSpPr>
          <p:cNvPr id="21" name="Oval 20"/>
          <p:cNvSpPr/>
          <p:nvPr/>
        </p:nvSpPr>
        <p:spPr>
          <a:xfrm>
            <a:off x="9692640" y="5257800"/>
            <a:ext cx="566928" cy="566928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p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0656" y="5385816"/>
            <a:ext cx="310896" cy="3108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78440" y="52852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Opérations et achats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Salif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7796" y="6729984"/>
            <a:ext cx="4073042" cy="12801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415" y="320040"/>
            <a:ext cx="1699720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Montserrat"/>
              </a:rPr>
              <a:t>Sommaire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Un chapitre par métier. Chaque vignette du recueil ouvre le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109167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82296" cy="749808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810512"/>
            <a:ext cx="512064" cy="512064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k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29384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00200" y="1691640"/>
            <a:ext cx="45720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691640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Fatima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691640"/>
            <a:ext cx="20116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12 livrables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1691640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159641"/>
                </a:solidFill>
                <a:latin typeface="Open Sans"/>
              </a:rPr>
              <a:t>page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87752"/>
            <a:ext cx="1109167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587752"/>
            <a:ext cx="82296" cy="749808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2706624"/>
            <a:ext cx="512064" cy="512064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e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825496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00200" y="2587752"/>
            <a:ext cx="45720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587752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Koffi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587752"/>
            <a:ext cx="20116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12 livrables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2587752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E84E0E"/>
                </a:solidFill>
                <a:latin typeface="Open Sans"/>
              </a:rPr>
              <a:t>page 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83864"/>
            <a:ext cx="1109167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483864"/>
            <a:ext cx="82296" cy="7498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680" y="3602736"/>
            <a:ext cx="512064" cy="512064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om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721608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00200" y="3483864"/>
            <a:ext cx="45720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Commercial et ventes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483864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Kouassi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483864"/>
            <a:ext cx="20116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4 livrables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3483864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E84E0E"/>
                </a:solidFill>
                <a:latin typeface="Open Sans"/>
              </a:rPr>
              <a:t>page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379976"/>
            <a:ext cx="1109167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379976"/>
            <a:ext cx="82296" cy="749808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8680" y="4498848"/>
            <a:ext cx="512064" cy="512064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r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4617720"/>
            <a:ext cx="274320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600200" y="4379976"/>
            <a:ext cx="45720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Ressources humaines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4379976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Fatou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4379976"/>
            <a:ext cx="20116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8 livrables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4379976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159641"/>
                </a:solidFill>
                <a:latin typeface="Open Sans"/>
              </a:rPr>
              <a:t>page 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76088"/>
            <a:ext cx="1109167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276088"/>
            <a:ext cx="82296" cy="749808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8680" y="5394959"/>
            <a:ext cx="512064" cy="512064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op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5513831"/>
            <a:ext cx="274320" cy="2743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600200" y="5276088"/>
            <a:ext cx="45720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Opérations et achats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5276088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Salif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5276088"/>
            <a:ext cx="20116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6 livrables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5276088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E84E0E"/>
                </a:solidFill>
                <a:latin typeface="Open Sans"/>
              </a:rPr>
              <a:t>page 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Marketing et contenu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12 livrables  ·  préparés par Fatima, Expert IA marketing et contenu</a:t>
            </a:r>
          </a:p>
        </p:txBody>
      </p:sp>
      <p:pic>
        <p:nvPicPr>
          <p:cNvPr id="11" name="Picture 10" descr="log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655" y="5760720"/>
            <a:ext cx="1883361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Par Fatima  ·  1 sur 3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415" y="320040"/>
            <a:ext cx="1699720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Fiche de vérification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Ce que nous savons de Taj Plast, à valider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Plan marketing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Objectifs, calendrier et budget proposés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Étude de la concurrence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Six plasturgistes d'Abidjan comparés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Argumentaire supermarchés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Une page pour les acheteurs de la grande 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Par Fatima  ·  2 sur 3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415" y="320040"/>
            <a:ext cx="1699720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Plan de campagne salon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Rétroplanning de J-60 à J+90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Lettre d'information n°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Trimestrielle, pour les clients professionnels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7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Trois posts LinkedIn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 savoir-faire de l'usine raconté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8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Audit de la présence en ligne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Facebook, Instagram, LinkedIn et site, relevés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Par Fatima  ·  3 sur 3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415" y="320040"/>
            <a:ext cx="1699720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9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Calendrier éditorial de décembre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12 posts rédigés, avec leurs visuels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10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Plan de contenu 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Taj Recyclage : le fil des publications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11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Lancement de la Table Choco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Plan de lancement du produit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12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Six flyers A5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Choco, Ibiza, rangement, cuves, recyclage, revendeurs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Design de marque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12 livrables  ·  préparés par Koffi, Expert IA design de marque</a:t>
            </a:r>
          </a:p>
        </p:txBody>
      </p:sp>
      <p:pic>
        <p:nvPicPr>
          <p:cNvPr id="11" name="Picture 10" descr="log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655" y="5760720"/>
            <a:ext cx="1883361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Par Koffi  ·  1 sur 3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415" y="320040"/>
            <a:ext cx="1699720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Logo et couleurs relevés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Planche d'identité à valider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Logo : trois pistes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Continuité, sceau, trois savoir-faire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Étiquettes bidon et flacon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Maquettes et fichiers imprimeur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Plaquette commerciale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Quatre pages A4, écran et imprimeur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Par Koffi  ·  2 sur 3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415" y="320040"/>
            <a:ext cx="1699720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Stand du salon de l'industrie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Trois niveaux : basique, médium,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Recrutement conducteurs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Affiches A3 et carrés WhatsApp, trois niveaux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7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Page d'accueil du 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Maquette ordinateur et téléphone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8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Site moderne en trois niveaux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Basique, médium, premium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Par Koffi  ·  3 sur 3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415" y="320040"/>
            <a:ext cx="1699720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9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Catalogue mobilier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Double page armoires et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10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Affiche toboggan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A3 et carré Facebook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11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Fiches revendeurs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Cuve et fosse septique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12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Affiche Taj Recyclage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A3, avec la mascotte bouteille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4E0E"/>
                </a:solidFill>
                <a:latin typeface="Montserra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Commercial et ventes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4 livrables  ·  préparés par Kouassi, Expert IA commercial et ventes</a:t>
            </a:r>
          </a:p>
        </p:txBody>
      </p:sp>
      <p:pic>
        <p:nvPicPr>
          <p:cNvPr id="11" name="Picture 10" descr="log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655" y="5760720"/>
            <a:ext cx="1883361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Commercial et ventes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Par Kouassi  ·  1 sur 1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415" y="320040"/>
            <a:ext cx="1699720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Argumentaire BTP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Cuves et fosses septiques pour les chantiers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Séquence de prospection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Les étapes pour gagner un revendeur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Cartographie des cibles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Qui viser, par segment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Suivi des commandes revendeurs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Modèle prêt à remplir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h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Ressources humaines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8 livrables  ·  préparés par Fatou, Expert IA ressources humaines</a:t>
            </a:r>
          </a:p>
        </p:txBody>
      </p:sp>
      <p:pic>
        <p:nvPicPr>
          <p:cNvPr id="11" name="Picture 10" descr="log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655" y="5760720"/>
            <a:ext cx="1883361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h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Ressources humaines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Par Fatou  ·  1 sur 2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415" y="320040"/>
            <a:ext cx="1699720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Contrat CDD opérateur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Opérateur de production, six mois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Planning du soufflage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Équipes en 3 x 8, novembre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Heures sup et heures de nuit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Calcul du soufflage, novembre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Règlement intérieur, sécurité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 chapitre sécurité des ateliers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h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Ressources humaines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Par Fatou  ·  2 sur 2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415" y="320040"/>
            <a:ext cx="1699720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Plan de formation sécurité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Opérateurs et techniciens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Règles des journaliers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Note sur l'emploi des journaliers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7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Registre des journaliers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Conditionnement, jour par jour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8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Déclarations CNPS et 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Checklist de novembre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641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Opérations et achats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6 livrables  ·  préparés par Salif, Expert IA opérations et achats</a:t>
            </a:r>
          </a:p>
        </p:txBody>
      </p:sp>
      <p:pic>
        <p:nvPicPr>
          <p:cNvPr id="11" name="Picture 10" descr="log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655" y="5760720"/>
            <a:ext cx="1883361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achats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Par Salif  ·  1 sur 2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415" y="320040"/>
            <a:ext cx="1699720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Plan d’entretien préventif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Machines d'injection et de soufflage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Vérification avant paiement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Bon de commande, livraison, facture rapprochés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Consultation des assurances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Cahier pour mettre les assureurs en concurrence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o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Tableau de bord des opérations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La revue du lundi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achats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Par Salif  ·  2 sur 2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415" y="320040"/>
            <a:ext cx="1699720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Couverture du stock matières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Trois semaines d'avance, matière par matière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Analyse des dépenses d'achat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Prête à recevoir l'export de 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4E0E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TAJ PLAST  ·  Recueil des livrables des Experts  ·  octobre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12801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2589621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148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Et maintenant ?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291840"/>
            <a:ext cx="640080" cy="64008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2918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Vous parcourez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0332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Chaque vignette ouvre le document dans Google.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3291840"/>
            <a:ext cx="640080" cy="64008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2918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2918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Vous annotez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70332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Vos commentaires directement dans les documents.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0" y="3291840"/>
            <a:ext cx="640080" cy="640080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2918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2918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Nous ajustons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70332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Chaque Expert reprend son livrable avec vos retours.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Open Sans"/>
              </a:rPr>
              <a:t>Tous les fichiers sont réunis dans le dossier Drive du recueil.</a:t>
            </a:r>
          </a:p>
          <a:p>
            <a:pPr algn="l"/>
            <a:r>
              <a:rPr sz="1400" b="1">
                <a:solidFill>
                  <a:srgbClr val="E84E0E"/>
                </a:solidFill>
                <a:latin typeface="Open Sans"/>
                <a:hlinkClick r:id="rId3"/>
              </a:rPr>
              <a:t>Ouvrir le dossier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7796" y="6729984"/>
            <a:ext cx="4073042" cy="128016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