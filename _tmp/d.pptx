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50046"/>
            </a:solidFill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"/>
            <a:ext cx="320040" cy="653796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9543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E50046"/>
                </a:solidFill>
                <a:latin typeface="Baloo 2"/>
              </a:defRPr>
            </a:pPr>
            <a:r>
              <a:t>Titre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1B22"/>
                </a:solidFill>
                <a:latin typeface="Nunito"/>
              </a:defRPr>
            </a:pPr>
            <a:r>
              <a:t>Sous-titre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E50046"/>
                </a:solidFill>
                <a:latin typeface="Baloo 2"/>
              </a:defRPr>
            </a:pPr>
            <a:r>
              <a:t>Une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1B22"/>
                </a:solidFill>
                <a:latin typeface="Nunito"/>
              </a:defRPr>
            </a:pPr>
            <a:r>
              <a:t>• un</a:t>
            </a:r>
          </a:p>
          <a:p>
            <a:pPr>
              <a:spcAft>
                <a:spcPts val="600"/>
              </a:spcAft>
              <a:defRPr sz="1700" b="0">
                <a:solidFill>
                  <a:srgbClr val="2B1B22"/>
                </a:solidFill>
                <a:latin typeface="Nunito"/>
              </a:defRPr>
            </a:pPr>
            <a:r>
              <a:t>• deux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0" y="1554480"/>
          <a:ext cx="56692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E50046"/>
                </a:solidFill>
                <a:latin typeface="Baloo 2"/>
              </a:defRPr>
            </a:pPr>
            <a: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unito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unito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1B22"/>
                          </a:solidFill>
                          <a:latin typeface="Nun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1B22"/>
                          </a:solidFill>
                          <a:latin typeface="Nun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