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50046"/>
                </a:solidFill>
                <a:latin typeface="Baloo 2"/>
              </a:rPr>
              <a:t>Kit événementiel et dispositif hors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Rio Pop Fête de quartier · Treichville · 12/12/2026 [FICTIF] ·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La fiche de l'événement [FICTIF]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Élément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Valeur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Date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Samedi 12/12/2026, 15 h à 19 h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Lieu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Treichville, site exact à confirmer (Djénéba)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Public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Parents, ados 13-17 ans, boutiquiers ; pas de cible moins de 12 ans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Rio Pop, rien n'te stop ! La fête des fêtes à Treichville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Charte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Logo Unifood, #E50046, #FAB900, Baloo 2 / Nunito (relevées, non fournies)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Partenaires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Aucun logo partenaire à ce stade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Le dispositif hors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Invitation numérique (WhatsApp, Facebook) + A5 imprimée pour les boutiques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2 kakémonos 85x200 cm (entrée, stand boutiquiers)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Fond de scène / photocall 3x2 m (cotes à confirmer) : logo en motif, centre libre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Signalétique : 1 fichier par panneau (accueil, stand trade, sortie)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Badges équipe : prénom en grand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Visuel de remerciement carré + 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Goodies proposés [quantités FICTIVES]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Objet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Quantité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Usage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Sachets dégustation Rio Pop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3 000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Ados et parents, pas de distribution ciblée aux moins de 12 ans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Casquettes Rio 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Jeux 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Sacs tissu Unifood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200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Mamans, boutiquiers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Présentoirs comptoir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Boutiquiers inscrits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T-shirts équipe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40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Équipe et animateurs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Invitation et kakémono (maquettes de cadrage)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Maquettes HTML de cadrage, à reprendre par Koffi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Nom et date lisibles dès la miniature WhatsApp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Kakémono : titre lisible à 10 m, tiers inférieur réservé au secondaire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Images produit réelles : unifood.info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Voir la planche PNG jointe au dossier : invitation, kakémono, remerciement.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Commande à Koffi (prête, non transmise)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Pièces : invitation (1080x1080 + A5), 2 kakémonos, photocall, 3 panneaux, badges, remerciement (carré + story)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Fichiers impression : PDF fond perdu + traits de coupe, profil de l'imprimeur à demander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Nommage : &lt;pièce&gt;-riopop-fete_&lt;cotes&gt;_v1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Invitation d'abord, le reste après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Échéance : invitation 20/11, imprimés 01/12/2026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Calendrier de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Date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Étape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20/11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Invitation validée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25/11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Kakémonos, photocall, signalétique en 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01/12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Fichiers chez l'imprimeur (sur accord)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08/12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Livraison des imprimés et goodies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12/12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Jour J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13/12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Remerciement publié (sur accord)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A. Plan de communication avant, pendant, après : déjà livré (22.1), à caler sur ce kit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B. Sur accord : transmission de la commande à Koffi, puis commande à l'imprimeur et des goodies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Rien n'est commandé, publié ni envoyé sans accord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