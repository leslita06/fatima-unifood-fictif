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320040"/>
            <a:ext cx="320040" cy="6537960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954376" cy="2011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3832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E50046"/>
                </a:solidFill>
                <a:latin typeface="Baloo 2"/>
              </a:rPr>
              <a:t>Stand Rio Pop : trois directions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B1B22"/>
                </a:solidFill>
                <a:latin typeface="Nunito"/>
              </a:rPr>
              <a:t>Fête de quartier, Treichville · FICTIF · v1 · 16/10/2026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E50046"/>
                </a:solidFill>
                <a:latin typeface="Baloo 2"/>
              </a:rPr>
              <a:t>Le stand et ce qui manque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73152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B1B22"/>
                </a:solidFill>
                <a:latin typeface="Nunito"/>
              </a:rPr>
              <a:t>• Espace : stand Rio Pop de la Fête de quartier, samedi 12/12/2026, 15 h à 19 h, Treichville [FICTIF]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1B22"/>
                </a:solidFill>
                <a:latin typeface="Nunito"/>
              </a:rPr>
              <a:t>• Cotes : 6 x 3 m, hauteur 2,50 m, fronton 0,50 m. PROVISOIRES : aucun plan ni cahier des charges reçu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1B22"/>
                </a:solidFill>
                <a:latin typeface="Nunito"/>
              </a:rPr>
              <a:t>• Objectif : attirer depuis l'allée, faire goûter, collecter les contacts boutiquiers au comptoir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1B22"/>
                </a:solidFill>
                <a:latin typeface="Nunito"/>
              </a:rPr>
              <a:t>• Logos et emballages : fichiers publics unifood.info, posés en dernier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1B22"/>
                </a:solidFill>
                <a:latin typeface="Nunito"/>
              </a:rPr>
              <a:t>• À renseigner : site exact, sol, électricité, règles d'accrochage (Djénéba), fabricant (Koffi), budget de fabrication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E50046"/>
                </a:solidFill>
                <a:latin typeface="Baloo 2"/>
              </a:rPr>
              <a:t>Direction A. Le mur de sucettes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73152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B1B22"/>
                </a:solidFill>
                <a:latin typeface="Nunito"/>
              </a:rPr>
              <a:t>• Des sucettes géantes en volume sortent du mur : on voit le stand avant de lire quoi que ce soit.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B1B22"/>
                </a:solidFill>
                <a:latin typeface="Nunito"/>
              </a:rPr>
              <a:t>• Fond (8 m) : nom et promesse seulement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B1B22"/>
                </a:solidFill>
                <a:latin typeface="Nunito"/>
              </a:rPr>
              <a:t>• Côtés (3 m) : les parfums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B1B22"/>
                </a:solidFill>
                <a:latin typeface="Nunito"/>
              </a:rPr>
              <a:t>• Comptoir (1 m) : logo Unifood, QR d'inscription ⟦à générer⟧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B1B22"/>
                </a:solidFill>
                <a:latin typeface="Nunito"/>
              </a:rPr>
              <a:t>• Travaille le volume (sucettes en relief, découpe bois ou PVC)</a:t>
            </a:r>
          </a:p>
        </p:txBody>
      </p:sp>
      <p:pic>
        <p:nvPicPr>
          <p:cNvPr id="7" name="Picture 6" descr="mise-en-situation-A_v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108835"/>
            <a:ext cx="5669280" cy="31889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E50046"/>
                </a:solidFill>
                <a:latin typeface="Baloo 2"/>
              </a:rPr>
              <a:t>Direction B. La rue des parfums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73152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B1B22"/>
                </a:solidFill>
                <a:latin typeface="Nunito"/>
              </a:rPr>
              <a:t>• Les six couleurs des parfums courent d'un mur à l'autre en bandes : le stand devient un morceau de rue en fête.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B1B22"/>
                </a:solidFill>
                <a:latin typeface="Nunito"/>
              </a:rPr>
              <a:t>• Fond (8 m) : nom et promesse seulement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B1B22"/>
                </a:solidFill>
                <a:latin typeface="Nunito"/>
              </a:rPr>
              <a:t>• Côtés (3 m) : les parfums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B1B22"/>
                </a:solidFill>
                <a:latin typeface="Nunito"/>
              </a:rPr>
              <a:t>• Comptoir (1 m) : logo Unifood, QR d'inscription ⟦à générer⟧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B1B22"/>
                </a:solidFill>
                <a:latin typeface="Nunito"/>
              </a:rPr>
              <a:t>• Motif qui court d'un mur à l'autre</a:t>
            </a:r>
          </a:p>
        </p:txBody>
      </p:sp>
      <p:pic>
        <p:nvPicPr>
          <p:cNvPr id="7" name="Picture 6" descr="mise-en-situation-B_v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108835"/>
            <a:ext cx="5669280" cy="31889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E50046"/>
                </a:solidFill>
                <a:latin typeface="Baloo 2"/>
              </a:rPr>
              <a:t>Direction C. Rio Pop la nuit (rupture)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73152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B1B22"/>
                </a:solidFill>
                <a:latin typeface="Nunito"/>
              </a:rPr>
              <a:t>• Fond sombre, lettrage lumineux jaune : à la tombée du jour (18 h), le stand est le seul point qui brille sur l'esplanade.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B1B22"/>
                </a:solidFill>
                <a:latin typeface="Nunito"/>
              </a:rPr>
              <a:t>• Fond (8 m) : nom et promesse seulement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B1B22"/>
                </a:solidFill>
                <a:latin typeface="Nunito"/>
              </a:rPr>
              <a:t>• Côtés (3 m) : les parfums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B1B22"/>
                </a:solidFill>
                <a:latin typeface="Nunito"/>
              </a:rPr>
              <a:t>• Comptoir (1 m) : logo Unifood, QR d'inscription ⟦à générer⟧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B1B22"/>
                </a:solidFill>
                <a:latin typeface="Nunito"/>
              </a:rPr>
              <a:t>• Rupture assumée ; demande un éclairage LED ⟦électricité à confirmer⟧</a:t>
            </a:r>
          </a:p>
        </p:txBody>
      </p:sp>
      <p:pic>
        <p:nvPicPr>
          <p:cNvPr id="7" name="Picture 6" descr="mise-en-situation-C_v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108835"/>
            <a:ext cx="5669280" cy="31889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E50046"/>
                </a:solidFill>
                <a:latin typeface="Baloo 2"/>
              </a:rPr>
              <a:t>Contrôle de lecture à 8 m (depuis l'allée)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73152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B1B22"/>
                </a:solidFill>
                <a:latin typeface="Nunito"/>
              </a:rPr>
              <a:t>• Méthode : le fond réduit à 160 px, la taille perçue d'un mur de 6 m vu à 8 m, puis agrandi sans lissage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B1B22"/>
                </a:solidFill>
                <a:latin typeface="Nunito"/>
              </a:rPr>
              <a:t>• A et B : le logo Rio Pop reste lisible ; le slogan de B se lit, celui de A juste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B1B22"/>
                </a:solidFill>
                <a:latin typeface="Nunito"/>
              </a:rPr>
              <a:t>• C : RIO POP se lit le mieux ; « rien n'te stop ! » tient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B1B22"/>
                </a:solidFill>
                <a:latin typeface="Nunito"/>
              </a:rPr>
              <a:t>• Bas des surfaces : 40 cm sans texte</a:t>
            </a:r>
          </a:p>
        </p:txBody>
      </p:sp>
      <p:pic>
        <p:nvPicPr>
          <p:cNvPr id="7" name="Picture 6" descr="test-lecture-8m-A_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321433"/>
            <a:ext cx="5669280" cy="27637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E50046"/>
                </a:solidFill>
                <a:latin typeface="Baloo 2"/>
              </a:rPr>
              <a:t>Suite proposée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73152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B1B22"/>
                </a:solidFill>
                <a:latin typeface="Nunito"/>
              </a:rPr>
              <a:t>• A : Mariam Koné choisit une direction (A, B ou C) ; je fais les plans à plat définitifs dès réception des cotes du lieu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1B22"/>
                </a:solidFill>
                <a:latin typeface="Nunito"/>
              </a:rPr>
              <a:t>• B : je mixe A (volume) et C (lumière) pour un stand qui marche de 15 h à 19 h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1B22"/>
                </a:solidFill>
                <a:latin typeface="Nunito"/>
              </a:rPr>
              <a:t>• Aucun fichier de fabrication, aucune commande, aucun bon à tirer sans accord écrit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